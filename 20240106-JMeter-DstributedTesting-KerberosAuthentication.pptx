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3" r:id="rId5"/>
    <p:sldId id="262" r:id="rId6"/>
    <p:sldId id="264" r:id="rId7"/>
    <p:sldId id="261" r:id="rId8"/>
    <p:sldId id="260" r:id="rId9"/>
    <p:sldId id="269" r:id="rId10"/>
    <p:sldId id="271" r:id="rId11"/>
    <p:sldId id="272" r:id="rId12"/>
    <p:sldId id="273" r:id="rId13"/>
    <p:sldId id="265" r:id="rId14"/>
    <p:sldId id="275" r:id="rId15"/>
    <p:sldId id="276" r:id="rId16"/>
    <p:sldId id="277" r:id="rId17"/>
    <p:sldId id="268" r:id="rId18"/>
    <p:sldId id="266" r:id="rId19"/>
    <p:sldId id="270" r:id="rId20"/>
    <p:sldId id="267" r:id="rId21"/>
    <p:sldId id="278" r:id="rId22"/>
    <p:sldId id="279" r:id="rId23"/>
    <p:sldId id="280" r:id="rId2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2D3DA0-ACFF-4771-AA76-2E9E98E1B08E}" v="26" dt="2025-01-05T15:26:17.9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4" d="100"/>
          <a:sy n="104" d="100"/>
        </p:scale>
        <p:origin x="87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翔太 中山" userId="bd86b00d67231023" providerId="LiveId" clId="{B02D3DA0-ACFF-4771-AA76-2E9E98E1B08E}"/>
    <pc:docChg chg="undo redo custSel addSld delSld modSld sldOrd">
      <pc:chgData name="翔太 中山" userId="bd86b00d67231023" providerId="LiveId" clId="{B02D3DA0-ACFF-4771-AA76-2E9E98E1B08E}" dt="2025-01-05T15:26:25.871" v="9840" actId="6549"/>
      <pc:docMkLst>
        <pc:docMk/>
      </pc:docMkLst>
      <pc:sldChg chg="modSp mod">
        <pc:chgData name="翔太 中山" userId="bd86b00d67231023" providerId="LiveId" clId="{B02D3DA0-ACFF-4771-AA76-2E9E98E1B08E}" dt="2025-01-05T14:53:26.750" v="7143" actId="27636"/>
        <pc:sldMkLst>
          <pc:docMk/>
          <pc:sldMk cId="3692960274" sldId="256"/>
        </pc:sldMkLst>
        <pc:spChg chg="mod">
          <ac:chgData name="翔太 中山" userId="bd86b00d67231023" providerId="LiveId" clId="{B02D3DA0-ACFF-4771-AA76-2E9E98E1B08E}" dt="2025-01-05T14:53:26.750" v="7143" actId="27636"/>
          <ac:spMkLst>
            <pc:docMk/>
            <pc:sldMk cId="3692960274" sldId="256"/>
            <ac:spMk id="2" creationId="{746ABD92-43CE-B634-99E6-18B3255370BE}"/>
          </ac:spMkLst>
        </pc:spChg>
        <pc:spChg chg="mod">
          <ac:chgData name="翔太 中山" userId="bd86b00d67231023" providerId="LiveId" clId="{B02D3DA0-ACFF-4771-AA76-2E9E98E1B08E}" dt="2025-01-05T13:50:52.360" v="948" actId="20577"/>
          <ac:spMkLst>
            <pc:docMk/>
            <pc:sldMk cId="3692960274" sldId="256"/>
            <ac:spMk id="3" creationId="{4C2E3FC1-326E-08F3-2078-3E9DD3F62BB1}"/>
          </ac:spMkLst>
        </pc:spChg>
      </pc:sldChg>
      <pc:sldChg chg="del">
        <pc:chgData name="翔太 中山" userId="bd86b00d67231023" providerId="LiveId" clId="{B02D3DA0-ACFF-4771-AA76-2E9E98E1B08E}" dt="2024-12-26T09:29:38.586" v="55" actId="47"/>
        <pc:sldMkLst>
          <pc:docMk/>
          <pc:sldMk cId="1377475032" sldId="257"/>
        </pc:sldMkLst>
      </pc:sldChg>
      <pc:sldChg chg="addSp delSp modSp mod setBg">
        <pc:chgData name="翔太 中山" userId="bd86b00d67231023" providerId="LiveId" clId="{B02D3DA0-ACFF-4771-AA76-2E9E98E1B08E}" dt="2025-01-05T14:24:42.597" v="4146" actId="20577"/>
        <pc:sldMkLst>
          <pc:docMk/>
          <pc:sldMk cId="3861880926" sldId="258"/>
        </pc:sldMkLst>
        <pc:spChg chg="mod">
          <ac:chgData name="翔太 中山" userId="bd86b00d67231023" providerId="LiveId" clId="{B02D3DA0-ACFF-4771-AA76-2E9E98E1B08E}" dt="2025-01-05T13:50:38.509" v="937" actId="26606"/>
          <ac:spMkLst>
            <pc:docMk/>
            <pc:sldMk cId="3861880926" sldId="258"/>
            <ac:spMk id="2" creationId="{791F8572-8E92-F37F-B3DC-CA0316FB612F}"/>
          </ac:spMkLst>
        </pc:spChg>
        <pc:spChg chg="mod">
          <ac:chgData name="翔太 中山" userId="bd86b00d67231023" providerId="LiveId" clId="{B02D3DA0-ACFF-4771-AA76-2E9E98E1B08E}" dt="2025-01-05T14:24:42.597" v="4146" actId="20577"/>
          <ac:spMkLst>
            <pc:docMk/>
            <pc:sldMk cId="3861880926" sldId="258"/>
            <ac:spMk id="3" creationId="{069A07D9-2F8D-F549-FBE0-63A83DC292A2}"/>
          </ac:spMkLst>
        </pc:spChg>
        <pc:spChg chg="add">
          <ac:chgData name="翔太 中山" userId="bd86b00d67231023" providerId="LiveId" clId="{B02D3DA0-ACFF-4771-AA76-2E9E98E1B08E}" dt="2025-01-05T13:50:38.509" v="937" actId="26606"/>
          <ac:spMkLst>
            <pc:docMk/>
            <pc:sldMk cId="3861880926" sldId="258"/>
            <ac:spMk id="12" creationId="{45D37F4E-DDB4-456B-97E0-9937730A039F}"/>
          </ac:spMkLst>
        </pc:spChg>
        <pc:spChg chg="add">
          <ac:chgData name="翔太 中山" userId="bd86b00d67231023" providerId="LiveId" clId="{B02D3DA0-ACFF-4771-AA76-2E9E98E1B08E}" dt="2025-01-05T13:50:38.509" v="937" actId="26606"/>
          <ac:spMkLst>
            <pc:docMk/>
            <pc:sldMk cId="3861880926" sldId="258"/>
            <ac:spMk id="14" creationId="{B2DD41CD-8F47-4F56-AD12-4E2FF7696987}"/>
          </ac:spMkLst>
        </pc:spChg>
        <pc:picChg chg="add del">
          <ac:chgData name="翔太 中山" userId="bd86b00d67231023" providerId="LiveId" clId="{B02D3DA0-ACFF-4771-AA76-2E9E98E1B08E}" dt="2025-01-05T13:22:49.916" v="275" actId="478"/>
          <ac:picMkLst>
            <pc:docMk/>
            <pc:sldMk cId="3861880926" sldId="258"/>
            <ac:picMk id="5" creationId="{B6986F48-0C39-DA03-D851-5BD143E27CBC}"/>
          </ac:picMkLst>
        </pc:picChg>
        <pc:picChg chg="add del mod">
          <ac:chgData name="翔太 中山" userId="bd86b00d67231023" providerId="LiveId" clId="{B02D3DA0-ACFF-4771-AA76-2E9E98E1B08E}" dt="2025-01-05T14:01:15.344" v="2340" actId="478"/>
          <ac:picMkLst>
            <pc:docMk/>
            <pc:sldMk cId="3861880926" sldId="258"/>
            <ac:picMk id="7" creationId="{9359B139-7CA2-46AF-E138-228B598070A6}"/>
          </ac:picMkLst>
        </pc:picChg>
      </pc:sldChg>
      <pc:sldChg chg="del">
        <pc:chgData name="翔太 中山" userId="bd86b00d67231023" providerId="LiveId" clId="{B02D3DA0-ACFF-4771-AA76-2E9E98E1B08E}" dt="2024-12-26T09:33:51.617" v="190" actId="47"/>
        <pc:sldMkLst>
          <pc:docMk/>
          <pc:sldMk cId="2762176225" sldId="259"/>
        </pc:sldMkLst>
      </pc:sldChg>
      <pc:sldChg chg="addSp delSp modSp add mod setBg">
        <pc:chgData name="翔太 中山" userId="bd86b00d67231023" providerId="LiveId" clId="{B02D3DA0-ACFF-4771-AA76-2E9E98E1B08E}" dt="2025-01-05T14:19:23.764" v="3622" actId="20577"/>
        <pc:sldMkLst>
          <pc:docMk/>
          <pc:sldMk cId="3284468018" sldId="259"/>
        </pc:sldMkLst>
        <pc:spChg chg="mod">
          <ac:chgData name="翔太 中山" userId="bd86b00d67231023" providerId="LiveId" clId="{B02D3DA0-ACFF-4771-AA76-2E9E98E1B08E}" dt="2025-01-05T14:19:23.764" v="3622" actId="20577"/>
          <ac:spMkLst>
            <pc:docMk/>
            <pc:sldMk cId="3284468018" sldId="259"/>
            <ac:spMk id="2" creationId="{5A8AC18E-F1E6-1772-FA2A-9EC7D475C7DF}"/>
          </ac:spMkLst>
        </pc:spChg>
        <pc:spChg chg="mod">
          <ac:chgData name="翔太 中山" userId="bd86b00d67231023" providerId="LiveId" clId="{B02D3DA0-ACFF-4771-AA76-2E9E98E1B08E}" dt="2025-01-05T14:17:39.807" v="3532" actId="20577"/>
          <ac:spMkLst>
            <pc:docMk/>
            <pc:sldMk cId="3284468018" sldId="259"/>
            <ac:spMk id="3" creationId="{33B470F0-CF82-7EC9-F586-768E8569B603}"/>
          </ac:spMkLst>
        </pc:spChg>
        <pc:spChg chg="add">
          <ac:chgData name="翔太 中山" userId="bd86b00d67231023" providerId="LiveId" clId="{B02D3DA0-ACFF-4771-AA76-2E9E98E1B08E}" dt="2025-01-05T13:54:42.239" v="1237" actId="26606"/>
          <ac:spMkLst>
            <pc:docMk/>
            <pc:sldMk cId="3284468018" sldId="259"/>
            <ac:spMk id="9" creationId="{45D37F4E-DDB4-456B-97E0-9937730A039F}"/>
          </ac:spMkLst>
        </pc:spChg>
        <pc:spChg chg="add">
          <ac:chgData name="翔太 中山" userId="bd86b00d67231023" providerId="LiveId" clId="{B02D3DA0-ACFF-4771-AA76-2E9E98E1B08E}" dt="2025-01-05T13:54:42.239" v="1237" actId="26606"/>
          <ac:spMkLst>
            <pc:docMk/>
            <pc:sldMk cId="3284468018" sldId="259"/>
            <ac:spMk id="11" creationId="{B2DD41CD-8F47-4F56-AD12-4E2FF7696987}"/>
          </ac:spMkLst>
        </pc:spChg>
        <pc:picChg chg="add mod">
          <ac:chgData name="翔太 中山" userId="bd86b00d67231023" providerId="LiveId" clId="{B02D3DA0-ACFF-4771-AA76-2E9E98E1B08E}" dt="2025-01-05T13:54:37.817" v="1236"/>
          <ac:picMkLst>
            <pc:docMk/>
            <pc:sldMk cId="3284468018" sldId="259"/>
            <ac:picMk id="4" creationId="{23863B28-1E14-457A-75DA-D75E0505B69A}"/>
          </ac:picMkLst>
        </pc:picChg>
        <pc:picChg chg="del mod">
          <ac:chgData name="翔太 中山" userId="bd86b00d67231023" providerId="LiveId" clId="{B02D3DA0-ACFF-4771-AA76-2E9E98E1B08E}" dt="2025-01-05T13:23:48.573" v="346" actId="478"/>
          <ac:picMkLst>
            <pc:docMk/>
            <pc:sldMk cId="3284468018" sldId="259"/>
            <ac:picMk id="5" creationId="{A73B6F27-0D21-500F-FA21-CABD6CB99208}"/>
          </ac:picMkLst>
        </pc:picChg>
      </pc:sldChg>
      <pc:sldChg chg="modSp add mod ord">
        <pc:chgData name="翔太 中山" userId="bd86b00d67231023" providerId="LiveId" clId="{B02D3DA0-ACFF-4771-AA76-2E9E98E1B08E}" dt="2025-01-05T14:53:57.285" v="7164"/>
        <pc:sldMkLst>
          <pc:docMk/>
          <pc:sldMk cId="56750673" sldId="260"/>
        </pc:sldMkLst>
        <pc:spChg chg="mod">
          <ac:chgData name="翔太 中山" userId="bd86b00d67231023" providerId="LiveId" clId="{B02D3DA0-ACFF-4771-AA76-2E9E98E1B08E}" dt="2025-01-05T13:23:44.600" v="345" actId="404"/>
          <ac:spMkLst>
            <pc:docMk/>
            <pc:sldMk cId="56750673" sldId="260"/>
            <ac:spMk id="2" creationId="{20C51BDE-F03C-CE62-B301-66EB9B292CF2}"/>
          </ac:spMkLst>
        </pc:spChg>
      </pc:sldChg>
      <pc:sldChg chg="modSp add mod">
        <pc:chgData name="翔太 中山" userId="bd86b00d67231023" providerId="LiveId" clId="{B02D3DA0-ACFF-4771-AA76-2E9E98E1B08E}" dt="2025-01-05T14:36:26.576" v="5203" actId="20577"/>
        <pc:sldMkLst>
          <pc:docMk/>
          <pc:sldMk cId="2830321801" sldId="261"/>
        </pc:sldMkLst>
        <pc:spChg chg="mod">
          <ac:chgData name="翔太 中山" userId="bd86b00d67231023" providerId="LiveId" clId="{B02D3DA0-ACFF-4771-AA76-2E9E98E1B08E}" dt="2025-01-05T14:20:01.828" v="3690" actId="20577"/>
          <ac:spMkLst>
            <pc:docMk/>
            <pc:sldMk cId="2830321801" sldId="261"/>
            <ac:spMk id="2" creationId="{3A7C46FA-8C8B-C01D-ACE5-5E022103CF6D}"/>
          </ac:spMkLst>
        </pc:spChg>
        <pc:spChg chg="mod">
          <ac:chgData name="翔太 中山" userId="bd86b00d67231023" providerId="LiveId" clId="{B02D3DA0-ACFF-4771-AA76-2E9E98E1B08E}" dt="2025-01-05T14:36:26.576" v="5203" actId="20577"/>
          <ac:spMkLst>
            <pc:docMk/>
            <pc:sldMk cId="2830321801" sldId="261"/>
            <ac:spMk id="3" creationId="{7FAA5A7A-AAD6-8849-4D86-9A6491654249}"/>
          </ac:spMkLst>
        </pc:spChg>
      </pc:sldChg>
      <pc:sldChg chg="add del">
        <pc:chgData name="翔太 中山" userId="bd86b00d67231023" providerId="LiveId" clId="{B02D3DA0-ACFF-4771-AA76-2E9E98E1B08E}" dt="2025-01-05T13:30:06.866" v="424" actId="47"/>
        <pc:sldMkLst>
          <pc:docMk/>
          <pc:sldMk cId="2881461058" sldId="261"/>
        </pc:sldMkLst>
      </pc:sldChg>
      <pc:sldChg chg="modSp add del mod">
        <pc:chgData name="翔太 中山" userId="bd86b00d67231023" providerId="LiveId" clId="{B02D3DA0-ACFF-4771-AA76-2E9E98E1B08E}" dt="2025-01-05T13:33:25.487" v="868" actId="47"/>
        <pc:sldMkLst>
          <pc:docMk/>
          <pc:sldMk cId="3216756505" sldId="261"/>
        </pc:sldMkLst>
        <pc:spChg chg="mod">
          <ac:chgData name="翔太 中山" userId="bd86b00d67231023" providerId="LiveId" clId="{B02D3DA0-ACFF-4771-AA76-2E9E98E1B08E}" dt="2025-01-05T13:32:14.559" v="768" actId="20577"/>
          <ac:spMkLst>
            <pc:docMk/>
            <pc:sldMk cId="3216756505" sldId="261"/>
            <ac:spMk id="3" creationId="{FD3BAEF9-0D62-5A9E-E7CC-AE76FBA4AF8A}"/>
          </ac:spMkLst>
        </pc:spChg>
      </pc:sldChg>
      <pc:sldChg chg="modSp add mod ord">
        <pc:chgData name="翔太 中山" userId="bd86b00d67231023" providerId="LiveId" clId="{B02D3DA0-ACFF-4771-AA76-2E9E98E1B08E}" dt="2025-01-05T14:27:18.411" v="4368" actId="20577"/>
        <pc:sldMkLst>
          <pc:docMk/>
          <pc:sldMk cId="3433821984" sldId="262"/>
        </pc:sldMkLst>
        <pc:spChg chg="mod">
          <ac:chgData name="翔太 中山" userId="bd86b00d67231023" providerId="LiveId" clId="{B02D3DA0-ACFF-4771-AA76-2E9E98E1B08E}" dt="2025-01-05T14:25:03.570" v="4175" actId="20577"/>
          <ac:spMkLst>
            <pc:docMk/>
            <pc:sldMk cId="3433821984" sldId="262"/>
            <ac:spMk id="2" creationId="{4FAFEC9A-853C-718C-97E6-B9949DEEF15A}"/>
          </ac:spMkLst>
        </pc:spChg>
        <pc:spChg chg="mod">
          <ac:chgData name="翔太 中山" userId="bd86b00d67231023" providerId="LiveId" clId="{B02D3DA0-ACFF-4771-AA76-2E9E98E1B08E}" dt="2025-01-05T14:27:18.411" v="4368" actId="20577"/>
          <ac:spMkLst>
            <pc:docMk/>
            <pc:sldMk cId="3433821984" sldId="262"/>
            <ac:spMk id="3" creationId="{521E02E4-A6C1-2053-41F5-68C3D4274697}"/>
          </ac:spMkLst>
        </pc:spChg>
      </pc:sldChg>
      <pc:sldChg chg="addSp delSp modSp add mod setBg delDesignElem">
        <pc:chgData name="翔太 中山" userId="bd86b00d67231023" providerId="LiveId" clId="{B02D3DA0-ACFF-4771-AA76-2E9E98E1B08E}" dt="2025-01-05T14:19:35.711" v="3671" actId="20577"/>
        <pc:sldMkLst>
          <pc:docMk/>
          <pc:sldMk cId="2502493697" sldId="263"/>
        </pc:sldMkLst>
        <pc:spChg chg="mod">
          <ac:chgData name="翔太 中山" userId="bd86b00d67231023" providerId="LiveId" clId="{B02D3DA0-ACFF-4771-AA76-2E9E98E1B08E}" dt="2025-01-05T14:19:35.711" v="3671" actId="20577"/>
          <ac:spMkLst>
            <pc:docMk/>
            <pc:sldMk cId="2502493697" sldId="263"/>
            <ac:spMk id="2" creationId="{6012EAD3-B46B-A2B3-12B1-F6C3D37F492A}"/>
          </ac:spMkLst>
        </pc:spChg>
        <pc:spChg chg="mod">
          <ac:chgData name="翔太 中山" userId="bd86b00d67231023" providerId="LiveId" clId="{B02D3DA0-ACFF-4771-AA76-2E9E98E1B08E}" dt="2025-01-05T14:18:27.457" v="3542" actId="403"/>
          <ac:spMkLst>
            <pc:docMk/>
            <pc:sldMk cId="2502493697" sldId="263"/>
            <ac:spMk id="3" creationId="{E5B23201-3C2E-3991-C328-B7E9E464C18A}"/>
          </ac:spMkLst>
        </pc:spChg>
        <pc:spChg chg="add">
          <ac:chgData name="翔太 中山" userId="bd86b00d67231023" providerId="LiveId" clId="{B02D3DA0-ACFF-4771-AA76-2E9E98E1B08E}" dt="2025-01-05T14:17:55.536" v="3533" actId="26606"/>
          <ac:spMkLst>
            <pc:docMk/>
            <pc:sldMk cId="2502493697" sldId="263"/>
            <ac:spMk id="6" creationId="{45D37F4E-DDB4-456B-97E0-9937730A039F}"/>
          </ac:spMkLst>
        </pc:spChg>
        <pc:spChg chg="add">
          <ac:chgData name="翔太 中山" userId="bd86b00d67231023" providerId="LiveId" clId="{B02D3DA0-ACFF-4771-AA76-2E9E98E1B08E}" dt="2025-01-05T14:17:55.536" v="3533" actId="26606"/>
          <ac:spMkLst>
            <pc:docMk/>
            <pc:sldMk cId="2502493697" sldId="263"/>
            <ac:spMk id="7" creationId="{B2DD41CD-8F47-4F56-AD12-4E2FF7696987}"/>
          </ac:spMkLst>
        </pc:spChg>
        <pc:spChg chg="del">
          <ac:chgData name="翔太 中山" userId="bd86b00d67231023" providerId="LiveId" clId="{B02D3DA0-ACFF-4771-AA76-2E9E98E1B08E}" dt="2025-01-05T14:16:26.829" v="3508"/>
          <ac:spMkLst>
            <pc:docMk/>
            <pc:sldMk cId="2502493697" sldId="263"/>
            <ac:spMk id="9" creationId="{D7993306-885F-EB20-F664-A556F86B2A02}"/>
          </ac:spMkLst>
        </pc:spChg>
        <pc:spChg chg="del">
          <ac:chgData name="翔太 中山" userId="bd86b00d67231023" providerId="LiveId" clId="{B02D3DA0-ACFF-4771-AA76-2E9E98E1B08E}" dt="2025-01-05T14:16:26.829" v="3508"/>
          <ac:spMkLst>
            <pc:docMk/>
            <pc:sldMk cId="2502493697" sldId="263"/>
            <ac:spMk id="11" creationId="{9F670F6D-DA77-B4FE-FCD3-E3C1DC7A8064}"/>
          </ac:spMkLst>
        </pc:spChg>
      </pc:sldChg>
      <pc:sldChg chg="add">
        <pc:chgData name="翔太 中山" userId="bd86b00d67231023" providerId="LiveId" clId="{B02D3DA0-ACFF-4771-AA76-2E9E98E1B08E}" dt="2025-01-05T14:24:57.096" v="4147"/>
        <pc:sldMkLst>
          <pc:docMk/>
          <pc:sldMk cId="350620680" sldId="264"/>
        </pc:sldMkLst>
      </pc:sldChg>
      <pc:sldChg chg="modSp add mod ord">
        <pc:chgData name="翔太 中山" userId="bd86b00d67231023" providerId="LiveId" clId="{B02D3DA0-ACFF-4771-AA76-2E9E98E1B08E}" dt="2025-01-05T15:24:17.717" v="9784" actId="20577"/>
        <pc:sldMkLst>
          <pc:docMk/>
          <pc:sldMk cId="3138525414" sldId="265"/>
        </pc:sldMkLst>
        <pc:spChg chg="mod">
          <ac:chgData name="翔太 中山" userId="bd86b00d67231023" providerId="LiveId" clId="{B02D3DA0-ACFF-4771-AA76-2E9E98E1B08E}" dt="2025-01-05T15:24:17.717" v="9784" actId="20577"/>
          <ac:spMkLst>
            <pc:docMk/>
            <pc:sldMk cId="3138525414" sldId="265"/>
            <ac:spMk id="2" creationId="{3E6CF816-8741-79EB-A4A8-020E62387655}"/>
          </ac:spMkLst>
        </pc:spChg>
        <pc:spChg chg="mod">
          <ac:chgData name="翔太 中山" userId="bd86b00d67231023" providerId="LiveId" clId="{B02D3DA0-ACFF-4771-AA76-2E9E98E1B08E}" dt="2025-01-05T15:08:42.907" v="8018" actId="20577"/>
          <ac:spMkLst>
            <pc:docMk/>
            <pc:sldMk cId="3138525414" sldId="265"/>
            <ac:spMk id="3" creationId="{AF7A00D4-6CEA-21D1-4369-82A5A98BFBBC}"/>
          </ac:spMkLst>
        </pc:spChg>
      </pc:sldChg>
      <pc:sldChg chg="modSp add mod">
        <pc:chgData name="翔太 中山" userId="bd86b00d67231023" providerId="LiveId" clId="{B02D3DA0-ACFF-4771-AA76-2E9E98E1B08E}" dt="2025-01-05T15:22:12.376" v="9735" actId="20577"/>
        <pc:sldMkLst>
          <pc:docMk/>
          <pc:sldMk cId="1207303494" sldId="266"/>
        </pc:sldMkLst>
        <pc:spChg chg="mod">
          <ac:chgData name="翔太 中山" userId="bd86b00d67231023" providerId="LiveId" clId="{B02D3DA0-ACFF-4771-AA76-2E9E98E1B08E}" dt="2025-01-05T14:40:54.883" v="5650" actId="20577"/>
          <ac:spMkLst>
            <pc:docMk/>
            <pc:sldMk cId="1207303494" sldId="266"/>
            <ac:spMk id="2" creationId="{6594722F-4FFF-519F-4150-05967BE71932}"/>
          </ac:spMkLst>
        </pc:spChg>
        <pc:spChg chg="mod">
          <ac:chgData name="翔太 中山" userId="bd86b00d67231023" providerId="LiveId" clId="{B02D3DA0-ACFF-4771-AA76-2E9E98E1B08E}" dt="2025-01-05T15:22:12.376" v="9735" actId="20577"/>
          <ac:spMkLst>
            <pc:docMk/>
            <pc:sldMk cId="1207303494" sldId="266"/>
            <ac:spMk id="3" creationId="{4AF6D212-5B5D-7E1C-0829-D0B9DCB6D1D2}"/>
          </ac:spMkLst>
        </pc:spChg>
      </pc:sldChg>
      <pc:sldChg chg="modSp add mod">
        <pc:chgData name="翔太 中山" userId="bd86b00d67231023" providerId="LiveId" clId="{B02D3DA0-ACFF-4771-AA76-2E9E98E1B08E}" dt="2025-01-05T15:25:20.066" v="9807" actId="20577"/>
        <pc:sldMkLst>
          <pc:docMk/>
          <pc:sldMk cId="2358278317" sldId="267"/>
        </pc:sldMkLst>
        <pc:spChg chg="mod">
          <ac:chgData name="翔太 中山" userId="bd86b00d67231023" providerId="LiveId" clId="{B02D3DA0-ACFF-4771-AA76-2E9E98E1B08E}" dt="2025-01-05T15:25:20.066" v="9807" actId="20577"/>
          <ac:spMkLst>
            <pc:docMk/>
            <pc:sldMk cId="2358278317" sldId="267"/>
            <ac:spMk id="2" creationId="{53E64BA1-B693-2EAC-0048-9822B3DD6DCB}"/>
          </ac:spMkLst>
        </pc:spChg>
        <pc:spChg chg="mod">
          <ac:chgData name="翔太 中山" userId="bd86b00d67231023" providerId="LiveId" clId="{B02D3DA0-ACFF-4771-AA76-2E9E98E1B08E}" dt="2025-01-05T15:22:41.311" v="9767" actId="20577"/>
          <ac:spMkLst>
            <pc:docMk/>
            <pc:sldMk cId="2358278317" sldId="267"/>
            <ac:spMk id="3" creationId="{71B84551-3CD5-BE96-D166-B92BFDB58FA0}"/>
          </ac:spMkLst>
        </pc:spChg>
      </pc:sldChg>
      <pc:sldChg chg="add">
        <pc:chgData name="翔太 中山" userId="bd86b00d67231023" providerId="LiveId" clId="{B02D3DA0-ACFF-4771-AA76-2E9E98E1B08E}" dt="2025-01-05T14:52:35.347" v="7107"/>
        <pc:sldMkLst>
          <pc:docMk/>
          <pc:sldMk cId="2370730468" sldId="268"/>
        </pc:sldMkLst>
      </pc:sldChg>
      <pc:sldChg chg="modSp add mod">
        <pc:chgData name="翔太 中山" userId="bd86b00d67231023" providerId="LiveId" clId="{B02D3DA0-ACFF-4771-AA76-2E9E98E1B08E}" dt="2025-01-05T14:53:18.709" v="7140" actId="6549"/>
        <pc:sldMkLst>
          <pc:docMk/>
          <pc:sldMk cId="2156785390" sldId="269"/>
        </pc:sldMkLst>
        <pc:spChg chg="mod">
          <ac:chgData name="翔太 中山" userId="bd86b00d67231023" providerId="LiveId" clId="{B02D3DA0-ACFF-4771-AA76-2E9E98E1B08E}" dt="2025-01-05T14:53:18.709" v="7140" actId="6549"/>
          <ac:spMkLst>
            <pc:docMk/>
            <pc:sldMk cId="2156785390" sldId="269"/>
            <ac:spMk id="2" creationId="{BE6C4D9C-735C-E650-E91F-08A6E9658941}"/>
          </ac:spMkLst>
        </pc:spChg>
      </pc:sldChg>
      <pc:sldChg chg="add del">
        <pc:chgData name="翔太 中山" userId="bd86b00d67231023" providerId="LiveId" clId="{B02D3DA0-ACFF-4771-AA76-2E9E98E1B08E}" dt="2025-01-05T14:52:50.193" v="7134" actId="47"/>
        <pc:sldMkLst>
          <pc:docMk/>
          <pc:sldMk cId="3726086254" sldId="269"/>
        </pc:sldMkLst>
      </pc:sldChg>
      <pc:sldChg chg="modSp add mod">
        <pc:chgData name="翔太 中山" userId="bd86b00d67231023" providerId="LiveId" clId="{B02D3DA0-ACFF-4771-AA76-2E9E98E1B08E}" dt="2025-01-05T15:22:02.723" v="9734" actId="20577"/>
        <pc:sldMkLst>
          <pc:docMk/>
          <pc:sldMk cId="2464934592" sldId="270"/>
        </pc:sldMkLst>
        <pc:spChg chg="mod">
          <ac:chgData name="翔太 中山" userId="bd86b00d67231023" providerId="LiveId" clId="{B02D3DA0-ACFF-4771-AA76-2E9E98E1B08E}" dt="2025-01-05T15:22:02.723" v="9734" actId="20577"/>
          <ac:spMkLst>
            <pc:docMk/>
            <pc:sldMk cId="2464934592" sldId="270"/>
            <ac:spMk id="3" creationId="{E9D5763F-BD21-F52F-9BA3-2F6B73A29C65}"/>
          </ac:spMkLst>
        </pc:spChg>
      </pc:sldChg>
      <pc:sldChg chg="modSp add mod">
        <pc:chgData name="翔太 中山" userId="bd86b00d67231023" providerId="LiveId" clId="{B02D3DA0-ACFF-4771-AA76-2E9E98E1B08E}" dt="2025-01-05T15:25:37.605" v="9816"/>
        <pc:sldMkLst>
          <pc:docMk/>
          <pc:sldMk cId="4087644365" sldId="271"/>
        </pc:sldMkLst>
        <pc:spChg chg="mod">
          <ac:chgData name="翔太 中山" userId="bd86b00d67231023" providerId="LiveId" clId="{B02D3DA0-ACFF-4771-AA76-2E9E98E1B08E}" dt="2025-01-05T15:25:37.605" v="9816"/>
          <ac:spMkLst>
            <pc:docMk/>
            <pc:sldMk cId="4087644365" sldId="271"/>
            <ac:spMk id="3" creationId="{069A07D9-2F8D-F549-FBE0-63A83DC292A2}"/>
          </ac:spMkLst>
        </pc:spChg>
      </pc:sldChg>
      <pc:sldChg chg="add">
        <pc:chgData name="翔太 中山" userId="bd86b00d67231023" providerId="LiveId" clId="{B02D3DA0-ACFF-4771-AA76-2E9E98E1B08E}" dt="2025-01-05T15:23:53.408" v="9769"/>
        <pc:sldMkLst>
          <pc:docMk/>
          <pc:sldMk cId="4235743089" sldId="272"/>
        </pc:sldMkLst>
      </pc:sldChg>
      <pc:sldChg chg="add">
        <pc:chgData name="翔太 中山" userId="bd86b00d67231023" providerId="LiveId" clId="{B02D3DA0-ACFF-4771-AA76-2E9E98E1B08E}" dt="2025-01-05T15:23:53.408" v="9769"/>
        <pc:sldMkLst>
          <pc:docMk/>
          <pc:sldMk cId="3391769275" sldId="273"/>
        </pc:sldMkLst>
      </pc:sldChg>
      <pc:sldChg chg="add del">
        <pc:chgData name="翔太 中山" userId="bd86b00d67231023" providerId="LiveId" clId="{B02D3DA0-ACFF-4771-AA76-2E9E98E1B08E}" dt="2025-01-05T15:24:11.691" v="9772" actId="47"/>
        <pc:sldMkLst>
          <pc:docMk/>
          <pc:sldMk cId="2852324308" sldId="274"/>
        </pc:sldMkLst>
      </pc:sldChg>
      <pc:sldChg chg="add">
        <pc:chgData name="翔太 中山" userId="bd86b00d67231023" providerId="LiveId" clId="{B02D3DA0-ACFF-4771-AA76-2E9E98E1B08E}" dt="2025-01-05T15:23:53.408" v="9769"/>
        <pc:sldMkLst>
          <pc:docMk/>
          <pc:sldMk cId="158235583" sldId="275"/>
        </pc:sldMkLst>
      </pc:sldChg>
      <pc:sldChg chg="add">
        <pc:chgData name="翔太 中山" userId="bd86b00d67231023" providerId="LiveId" clId="{B02D3DA0-ACFF-4771-AA76-2E9E98E1B08E}" dt="2025-01-05T15:23:53.408" v="9769"/>
        <pc:sldMkLst>
          <pc:docMk/>
          <pc:sldMk cId="3961151970" sldId="276"/>
        </pc:sldMkLst>
      </pc:sldChg>
      <pc:sldChg chg="add">
        <pc:chgData name="翔太 中山" userId="bd86b00d67231023" providerId="LiveId" clId="{B02D3DA0-ACFF-4771-AA76-2E9E98E1B08E}" dt="2025-01-05T15:23:53.408" v="9769"/>
        <pc:sldMkLst>
          <pc:docMk/>
          <pc:sldMk cId="1319213444" sldId="277"/>
        </pc:sldMkLst>
      </pc:sldChg>
      <pc:sldChg chg="modSp add mod">
        <pc:chgData name="翔太 中山" userId="bd86b00d67231023" providerId="LiveId" clId="{B02D3DA0-ACFF-4771-AA76-2E9E98E1B08E}" dt="2025-01-05T15:25:51.190" v="9833" actId="20577"/>
        <pc:sldMkLst>
          <pc:docMk/>
          <pc:sldMk cId="472411175" sldId="278"/>
        </pc:sldMkLst>
        <pc:spChg chg="mod">
          <ac:chgData name="翔太 中山" userId="bd86b00d67231023" providerId="LiveId" clId="{B02D3DA0-ACFF-4771-AA76-2E9E98E1B08E}" dt="2025-01-05T15:25:51.190" v="9833" actId="20577"/>
          <ac:spMkLst>
            <pc:docMk/>
            <pc:sldMk cId="472411175" sldId="278"/>
            <ac:spMk id="3" creationId="{55516B02-BEC9-7C1C-4F1E-10220FAC7114}"/>
          </ac:spMkLst>
        </pc:spChg>
      </pc:sldChg>
      <pc:sldChg chg="modSp add mod">
        <pc:chgData name="翔太 中山" userId="bd86b00d67231023" providerId="LiveId" clId="{B02D3DA0-ACFF-4771-AA76-2E9E98E1B08E}" dt="2025-01-05T15:26:22.383" v="9839" actId="20577"/>
        <pc:sldMkLst>
          <pc:docMk/>
          <pc:sldMk cId="4097559114" sldId="279"/>
        </pc:sldMkLst>
        <pc:spChg chg="mod">
          <ac:chgData name="翔太 中山" userId="bd86b00d67231023" providerId="LiveId" clId="{B02D3DA0-ACFF-4771-AA76-2E9E98E1B08E}" dt="2025-01-05T15:26:22.383" v="9839" actId="20577"/>
          <ac:spMkLst>
            <pc:docMk/>
            <pc:sldMk cId="4097559114" sldId="279"/>
            <ac:spMk id="3" creationId="{810323DF-08A3-756C-CA59-5BD687D8F022}"/>
          </ac:spMkLst>
        </pc:spChg>
      </pc:sldChg>
      <pc:sldChg chg="modSp add mod">
        <pc:chgData name="翔太 中山" userId="bd86b00d67231023" providerId="LiveId" clId="{B02D3DA0-ACFF-4771-AA76-2E9E98E1B08E}" dt="2025-01-05T15:26:25.871" v="9840" actId="6549"/>
        <pc:sldMkLst>
          <pc:docMk/>
          <pc:sldMk cId="3777656207" sldId="280"/>
        </pc:sldMkLst>
        <pc:spChg chg="mod">
          <ac:chgData name="翔太 中山" userId="bd86b00d67231023" providerId="LiveId" clId="{B02D3DA0-ACFF-4771-AA76-2E9E98E1B08E}" dt="2025-01-05T15:26:25.871" v="9840" actId="6549"/>
          <ac:spMkLst>
            <pc:docMk/>
            <pc:sldMk cId="3777656207" sldId="280"/>
            <ac:spMk id="3" creationId="{6152C4DA-CC90-19E4-9B09-F2FC3A1990A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9866B9-D66C-A3E0-0BB1-9DDF2DDCF32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E601129-AE3C-E6DF-B40F-DFB310C7FB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0EAC85DE-642D-C330-E280-6D1B7EE48C79}"/>
              </a:ext>
            </a:extLst>
          </p:cNvPr>
          <p:cNvSpPr>
            <a:spLocks noGrp="1"/>
          </p:cNvSpPr>
          <p:nvPr>
            <p:ph type="dt" sz="half" idx="10"/>
          </p:nvPr>
        </p:nvSpPr>
        <p:spPr/>
        <p:txBody>
          <a:bodyPr/>
          <a:lstStyle/>
          <a:p>
            <a:fld id="{A172551D-6E48-4904-A952-B39688E2A3D1}" type="datetimeFigureOut">
              <a:rPr kumimoji="1" lang="ja-JP" altLang="en-US" smtClean="0"/>
              <a:t>2025/1/6</a:t>
            </a:fld>
            <a:endParaRPr kumimoji="1" lang="ja-JP" altLang="en-US"/>
          </a:p>
        </p:txBody>
      </p:sp>
      <p:sp>
        <p:nvSpPr>
          <p:cNvPr id="5" name="フッター プレースホルダー 4">
            <a:extLst>
              <a:ext uri="{FF2B5EF4-FFF2-40B4-BE49-F238E27FC236}">
                <a16:creationId xmlns:a16="http://schemas.microsoft.com/office/drawing/2014/main" id="{5817A8EC-C06A-6713-16B7-0C82DA77700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196DC56-B53B-59D3-7F97-E820945B3AC5}"/>
              </a:ext>
            </a:extLst>
          </p:cNvPr>
          <p:cNvSpPr>
            <a:spLocks noGrp="1"/>
          </p:cNvSpPr>
          <p:nvPr>
            <p:ph type="sldNum" sz="quarter" idx="12"/>
          </p:nvPr>
        </p:nvSpPr>
        <p:spPr/>
        <p:txBody>
          <a:bodyPr/>
          <a:lstStyle/>
          <a:p>
            <a:fld id="{B7273EA4-9608-4509-A4AC-DA64E1D100E2}" type="slidenum">
              <a:rPr kumimoji="1" lang="ja-JP" altLang="en-US" smtClean="0"/>
              <a:t>‹#›</a:t>
            </a:fld>
            <a:endParaRPr kumimoji="1" lang="ja-JP" altLang="en-US"/>
          </a:p>
        </p:txBody>
      </p:sp>
    </p:spTree>
    <p:extLst>
      <p:ext uri="{BB962C8B-B14F-4D97-AF65-F5344CB8AC3E}">
        <p14:creationId xmlns:p14="http://schemas.microsoft.com/office/powerpoint/2010/main" val="2852779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B2CFD0-1BB3-0DB8-4A79-5BC58AFF895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7B8B744-7A67-45E7-D3F0-4005388BDEC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6E7EE51-D432-47D4-CA85-CFBA339480C0}"/>
              </a:ext>
            </a:extLst>
          </p:cNvPr>
          <p:cNvSpPr>
            <a:spLocks noGrp="1"/>
          </p:cNvSpPr>
          <p:nvPr>
            <p:ph type="dt" sz="half" idx="10"/>
          </p:nvPr>
        </p:nvSpPr>
        <p:spPr/>
        <p:txBody>
          <a:bodyPr/>
          <a:lstStyle/>
          <a:p>
            <a:fld id="{A172551D-6E48-4904-A952-B39688E2A3D1}" type="datetimeFigureOut">
              <a:rPr kumimoji="1" lang="ja-JP" altLang="en-US" smtClean="0"/>
              <a:t>2025/1/6</a:t>
            </a:fld>
            <a:endParaRPr kumimoji="1" lang="ja-JP" altLang="en-US"/>
          </a:p>
        </p:txBody>
      </p:sp>
      <p:sp>
        <p:nvSpPr>
          <p:cNvPr id="5" name="フッター プレースホルダー 4">
            <a:extLst>
              <a:ext uri="{FF2B5EF4-FFF2-40B4-BE49-F238E27FC236}">
                <a16:creationId xmlns:a16="http://schemas.microsoft.com/office/drawing/2014/main" id="{CB1EF65D-4837-7B49-B350-CD87E91D113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47AE108-C019-A2D7-A7BD-087A5AEF3832}"/>
              </a:ext>
            </a:extLst>
          </p:cNvPr>
          <p:cNvSpPr>
            <a:spLocks noGrp="1"/>
          </p:cNvSpPr>
          <p:nvPr>
            <p:ph type="sldNum" sz="quarter" idx="12"/>
          </p:nvPr>
        </p:nvSpPr>
        <p:spPr/>
        <p:txBody>
          <a:bodyPr/>
          <a:lstStyle/>
          <a:p>
            <a:fld id="{B7273EA4-9608-4509-A4AC-DA64E1D100E2}" type="slidenum">
              <a:rPr kumimoji="1" lang="ja-JP" altLang="en-US" smtClean="0"/>
              <a:t>‹#›</a:t>
            </a:fld>
            <a:endParaRPr kumimoji="1" lang="ja-JP" altLang="en-US"/>
          </a:p>
        </p:txBody>
      </p:sp>
    </p:spTree>
    <p:extLst>
      <p:ext uri="{BB962C8B-B14F-4D97-AF65-F5344CB8AC3E}">
        <p14:creationId xmlns:p14="http://schemas.microsoft.com/office/powerpoint/2010/main" val="2843768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A81A84-B90F-3A9C-BE4C-85653BAB4A7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531A5CE-CFD5-8F62-1CEB-C4F4AB0985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41A6BEE-8C24-3FD7-A378-CD85621C0AD4}"/>
              </a:ext>
            </a:extLst>
          </p:cNvPr>
          <p:cNvSpPr>
            <a:spLocks noGrp="1"/>
          </p:cNvSpPr>
          <p:nvPr>
            <p:ph type="dt" sz="half" idx="10"/>
          </p:nvPr>
        </p:nvSpPr>
        <p:spPr/>
        <p:txBody>
          <a:bodyPr/>
          <a:lstStyle/>
          <a:p>
            <a:fld id="{A172551D-6E48-4904-A952-B39688E2A3D1}" type="datetimeFigureOut">
              <a:rPr kumimoji="1" lang="ja-JP" altLang="en-US" smtClean="0"/>
              <a:t>2025/1/6</a:t>
            </a:fld>
            <a:endParaRPr kumimoji="1" lang="ja-JP" altLang="en-US"/>
          </a:p>
        </p:txBody>
      </p:sp>
      <p:sp>
        <p:nvSpPr>
          <p:cNvPr id="5" name="フッター プレースホルダー 4">
            <a:extLst>
              <a:ext uri="{FF2B5EF4-FFF2-40B4-BE49-F238E27FC236}">
                <a16:creationId xmlns:a16="http://schemas.microsoft.com/office/drawing/2014/main" id="{4AF90266-BF15-8C79-272E-CA71F212498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B6D8754-E349-E2E5-9307-4A29346CE525}"/>
              </a:ext>
            </a:extLst>
          </p:cNvPr>
          <p:cNvSpPr>
            <a:spLocks noGrp="1"/>
          </p:cNvSpPr>
          <p:nvPr>
            <p:ph type="sldNum" sz="quarter" idx="12"/>
          </p:nvPr>
        </p:nvSpPr>
        <p:spPr/>
        <p:txBody>
          <a:bodyPr/>
          <a:lstStyle/>
          <a:p>
            <a:fld id="{B7273EA4-9608-4509-A4AC-DA64E1D100E2}" type="slidenum">
              <a:rPr kumimoji="1" lang="ja-JP" altLang="en-US" smtClean="0"/>
              <a:t>‹#›</a:t>
            </a:fld>
            <a:endParaRPr kumimoji="1" lang="ja-JP" altLang="en-US"/>
          </a:p>
        </p:txBody>
      </p:sp>
    </p:spTree>
    <p:extLst>
      <p:ext uri="{BB962C8B-B14F-4D97-AF65-F5344CB8AC3E}">
        <p14:creationId xmlns:p14="http://schemas.microsoft.com/office/powerpoint/2010/main" val="2911676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B360D8-0619-7A1A-E3F8-3A44B8A5F9D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840943A-8E8C-6D2F-8E2D-ADE80DCF5E8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C7A60DC-3077-A786-06A8-C20CD9ED92F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957F987-9599-482D-BB3C-2EBB7DEF1F9A}"/>
              </a:ext>
            </a:extLst>
          </p:cNvPr>
          <p:cNvSpPr>
            <a:spLocks noGrp="1"/>
          </p:cNvSpPr>
          <p:nvPr>
            <p:ph type="dt" sz="half" idx="10"/>
          </p:nvPr>
        </p:nvSpPr>
        <p:spPr/>
        <p:txBody>
          <a:bodyPr/>
          <a:lstStyle/>
          <a:p>
            <a:fld id="{A172551D-6E48-4904-A952-B39688E2A3D1}" type="datetimeFigureOut">
              <a:rPr kumimoji="1" lang="ja-JP" altLang="en-US" smtClean="0"/>
              <a:t>2025/1/6</a:t>
            </a:fld>
            <a:endParaRPr kumimoji="1" lang="ja-JP" altLang="en-US"/>
          </a:p>
        </p:txBody>
      </p:sp>
      <p:sp>
        <p:nvSpPr>
          <p:cNvPr id="6" name="フッター プレースホルダー 5">
            <a:extLst>
              <a:ext uri="{FF2B5EF4-FFF2-40B4-BE49-F238E27FC236}">
                <a16:creationId xmlns:a16="http://schemas.microsoft.com/office/drawing/2014/main" id="{9FE79EAE-0FE5-F34A-D274-7197DA7CFFE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970F302-6E56-2CDA-66FC-2C21AFCC17F8}"/>
              </a:ext>
            </a:extLst>
          </p:cNvPr>
          <p:cNvSpPr>
            <a:spLocks noGrp="1"/>
          </p:cNvSpPr>
          <p:nvPr>
            <p:ph type="sldNum" sz="quarter" idx="12"/>
          </p:nvPr>
        </p:nvSpPr>
        <p:spPr/>
        <p:txBody>
          <a:bodyPr/>
          <a:lstStyle/>
          <a:p>
            <a:fld id="{B7273EA4-9608-4509-A4AC-DA64E1D100E2}" type="slidenum">
              <a:rPr kumimoji="1" lang="ja-JP" altLang="en-US" smtClean="0"/>
              <a:t>‹#›</a:t>
            </a:fld>
            <a:endParaRPr kumimoji="1" lang="ja-JP" altLang="en-US"/>
          </a:p>
        </p:txBody>
      </p:sp>
    </p:spTree>
    <p:extLst>
      <p:ext uri="{BB962C8B-B14F-4D97-AF65-F5344CB8AC3E}">
        <p14:creationId xmlns:p14="http://schemas.microsoft.com/office/powerpoint/2010/main" val="196571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8F75F6-1ED3-62EC-0DF5-1626633049A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02C2979-14B6-B4AD-8979-CD82449C0C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1FB0C18-099B-57CF-9B96-76FFBE6C7E8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D9F1B64-37B5-80DD-74DB-6B29BB2C33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DCDA75D-F3C6-0CA5-D86F-823E1AAA033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E051352-2128-61C1-76D0-1FA98A253C23}"/>
              </a:ext>
            </a:extLst>
          </p:cNvPr>
          <p:cNvSpPr>
            <a:spLocks noGrp="1"/>
          </p:cNvSpPr>
          <p:nvPr>
            <p:ph type="dt" sz="half" idx="10"/>
          </p:nvPr>
        </p:nvSpPr>
        <p:spPr/>
        <p:txBody>
          <a:bodyPr/>
          <a:lstStyle/>
          <a:p>
            <a:fld id="{A172551D-6E48-4904-A952-B39688E2A3D1}" type="datetimeFigureOut">
              <a:rPr kumimoji="1" lang="ja-JP" altLang="en-US" smtClean="0"/>
              <a:t>2025/1/6</a:t>
            </a:fld>
            <a:endParaRPr kumimoji="1" lang="ja-JP" altLang="en-US"/>
          </a:p>
        </p:txBody>
      </p:sp>
      <p:sp>
        <p:nvSpPr>
          <p:cNvPr id="8" name="フッター プレースホルダー 7">
            <a:extLst>
              <a:ext uri="{FF2B5EF4-FFF2-40B4-BE49-F238E27FC236}">
                <a16:creationId xmlns:a16="http://schemas.microsoft.com/office/drawing/2014/main" id="{AEA9D5A7-A301-DC62-2B56-AB14E433DEC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D91395C-3C71-E179-57CC-918331CC4524}"/>
              </a:ext>
            </a:extLst>
          </p:cNvPr>
          <p:cNvSpPr>
            <a:spLocks noGrp="1"/>
          </p:cNvSpPr>
          <p:nvPr>
            <p:ph type="sldNum" sz="quarter" idx="12"/>
          </p:nvPr>
        </p:nvSpPr>
        <p:spPr/>
        <p:txBody>
          <a:bodyPr/>
          <a:lstStyle/>
          <a:p>
            <a:fld id="{B7273EA4-9608-4509-A4AC-DA64E1D100E2}" type="slidenum">
              <a:rPr kumimoji="1" lang="ja-JP" altLang="en-US" smtClean="0"/>
              <a:t>‹#›</a:t>
            </a:fld>
            <a:endParaRPr kumimoji="1" lang="ja-JP" altLang="en-US"/>
          </a:p>
        </p:txBody>
      </p:sp>
    </p:spTree>
    <p:extLst>
      <p:ext uri="{BB962C8B-B14F-4D97-AF65-F5344CB8AC3E}">
        <p14:creationId xmlns:p14="http://schemas.microsoft.com/office/powerpoint/2010/main" val="3035728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0649ED-A49E-66A7-17D6-31A85FF014F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65EF7BE-D8F9-414F-4F37-C56BEF624ED4}"/>
              </a:ext>
            </a:extLst>
          </p:cNvPr>
          <p:cNvSpPr>
            <a:spLocks noGrp="1"/>
          </p:cNvSpPr>
          <p:nvPr>
            <p:ph type="dt" sz="half" idx="10"/>
          </p:nvPr>
        </p:nvSpPr>
        <p:spPr/>
        <p:txBody>
          <a:bodyPr/>
          <a:lstStyle/>
          <a:p>
            <a:fld id="{A172551D-6E48-4904-A952-B39688E2A3D1}" type="datetimeFigureOut">
              <a:rPr kumimoji="1" lang="ja-JP" altLang="en-US" smtClean="0"/>
              <a:t>2025/1/6</a:t>
            </a:fld>
            <a:endParaRPr kumimoji="1" lang="ja-JP" altLang="en-US"/>
          </a:p>
        </p:txBody>
      </p:sp>
      <p:sp>
        <p:nvSpPr>
          <p:cNvPr id="4" name="フッター プレースホルダー 3">
            <a:extLst>
              <a:ext uri="{FF2B5EF4-FFF2-40B4-BE49-F238E27FC236}">
                <a16:creationId xmlns:a16="http://schemas.microsoft.com/office/drawing/2014/main" id="{A81CDFDB-604C-D8A5-EB6A-6C12F9C23DB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219F9A1-4042-BCB6-F03A-FDD6BF3E1F6B}"/>
              </a:ext>
            </a:extLst>
          </p:cNvPr>
          <p:cNvSpPr>
            <a:spLocks noGrp="1"/>
          </p:cNvSpPr>
          <p:nvPr>
            <p:ph type="sldNum" sz="quarter" idx="12"/>
          </p:nvPr>
        </p:nvSpPr>
        <p:spPr/>
        <p:txBody>
          <a:bodyPr/>
          <a:lstStyle/>
          <a:p>
            <a:fld id="{B7273EA4-9608-4509-A4AC-DA64E1D100E2}" type="slidenum">
              <a:rPr kumimoji="1" lang="ja-JP" altLang="en-US" smtClean="0"/>
              <a:t>‹#›</a:t>
            </a:fld>
            <a:endParaRPr kumimoji="1" lang="ja-JP" altLang="en-US"/>
          </a:p>
        </p:txBody>
      </p:sp>
    </p:spTree>
    <p:extLst>
      <p:ext uri="{BB962C8B-B14F-4D97-AF65-F5344CB8AC3E}">
        <p14:creationId xmlns:p14="http://schemas.microsoft.com/office/powerpoint/2010/main" val="2435321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BD5E50C-6448-A523-5D36-5ACB7CD16951}"/>
              </a:ext>
            </a:extLst>
          </p:cNvPr>
          <p:cNvSpPr>
            <a:spLocks noGrp="1"/>
          </p:cNvSpPr>
          <p:nvPr>
            <p:ph type="dt" sz="half" idx="10"/>
          </p:nvPr>
        </p:nvSpPr>
        <p:spPr/>
        <p:txBody>
          <a:bodyPr/>
          <a:lstStyle/>
          <a:p>
            <a:fld id="{A172551D-6E48-4904-A952-B39688E2A3D1}" type="datetimeFigureOut">
              <a:rPr kumimoji="1" lang="ja-JP" altLang="en-US" smtClean="0"/>
              <a:t>2025/1/6</a:t>
            </a:fld>
            <a:endParaRPr kumimoji="1" lang="ja-JP" altLang="en-US"/>
          </a:p>
        </p:txBody>
      </p:sp>
      <p:sp>
        <p:nvSpPr>
          <p:cNvPr id="3" name="フッター プレースホルダー 2">
            <a:extLst>
              <a:ext uri="{FF2B5EF4-FFF2-40B4-BE49-F238E27FC236}">
                <a16:creationId xmlns:a16="http://schemas.microsoft.com/office/drawing/2014/main" id="{07E288B9-48A8-8774-F4B8-346066879F2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2DB99E0-0481-7EC0-43E7-DEA89F2B119C}"/>
              </a:ext>
            </a:extLst>
          </p:cNvPr>
          <p:cNvSpPr>
            <a:spLocks noGrp="1"/>
          </p:cNvSpPr>
          <p:nvPr>
            <p:ph type="sldNum" sz="quarter" idx="12"/>
          </p:nvPr>
        </p:nvSpPr>
        <p:spPr/>
        <p:txBody>
          <a:bodyPr/>
          <a:lstStyle/>
          <a:p>
            <a:fld id="{B7273EA4-9608-4509-A4AC-DA64E1D100E2}" type="slidenum">
              <a:rPr kumimoji="1" lang="ja-JP" altLang="en-US" smtClean="0"/>
              <a:t>‹#›</a:t>
            </a:fld>
            <a:endParaRPr kumimoji="1" lang="ja-JP" altLang="en-US"/>
          </a:p>
        </p:txBody>
      </p:sp>
    </p:spTree>
    <p:extLst>
      <p:ext uri="{BB962C8B-B14F-4D97-AF65-F5344CB8AC3E}">
        <p14:creationId xmlns:p14="http://schemas.microsoft.com/office/powerpoint/2010/main" val="711766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FDA52E-1428-59FE-5DAD-F127697AB9B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0B5545-9835-420F-262A-56F2E83764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E510A8B-73BE-7D6F-8F08-FED1FF45B5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772D48D-6078-51C7-9DB4-AA2CEB44CA6F}"/>
              </a:ext>
            </a:extLst>
          </p:cNvPr>
          <p:cNvSpPr>
            <a:spLocks noGrp="1"/>
          </p:cNvSpPr>
          <p:nvPr>
            <p:ph type="dt" sz="half" idx="10"/>
          </p:nvPr>
        </p:nvSpPr>
        <p:spPr/>
        <p:txBody>
          <a:bodyPr/>
          <a:lstStyle/>
          <a:p>
            <a:fld id="{A172551D-6E48-4904-A952-B39688E2A3D1}" type="datetimeFigureOut">
              <a:rPr kumimoji="1" lang="ja-JP" altLang="en-US" smtClean="0"/>
              <a:t>2025/1/6</a:t>
            </a:fld>
            <a:endParaRPr kumimoji="1" lang="ja-JP" altLang="en-US"/>
          </a:p>
        </p:txBody>
      </p:sp>
      <p:sp>
        <p:nvSpPr>
          <p:cNvPr id="6" name="フッター プレースホルダー 5">
            <a:extLst>
              <a:ext uri="{FF2B5EF4-FFF2-40B4-BE49-F238E27FC236}">
                <a16:creationId xmlns:a16="http://schemas.microsoft.com/office/drawing/2014/main" id="{1ACDAF63-44F6-3C7F-BA6A-3C28E3D2E86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2CC7AEA-5388-414E-7722-4D057EFCF8F3}"/>
              </a:ext>
            </a:extLst>
          </p:cNvPr>
          <p:cNvSpPr>
            <a:spLocks noGrp="1"/>
          </p:cNvSpPr>
          <p:nvPr>
            <p:ph type="sldNum" sz="quarter" idx="12"/>
          </p:nvPr>
        </p:nvSpPr>
        <p:spPr/>
        <p:txBody>
          <a:bodyPr/>
          <a:lstStyle/>
          <a:p>
            <a:fld id="{B7273EA4-9608-4509-A4AC-DA64E1D100E2}" type="slidenum">
              <a:rPr kumimoji="1" lang="ja-JP" altLang="en-US" smtClean="0"/>
              <a:t>‹#›</a:t>
            </a:fld>
            <a:endParaRPr kumimoji="1" lang="ja-JP" altLang="en-US"/>
          </a:p>
        </p:txBody>
      </p:sp>
    </p:spTree>
    <p:extLst>
      <p:ext uri="{BB962C8B-B14F-4D97-AF65-F5344CB8AC3E}">
        <p14:creationId xmlns:p14="http://schemas.microsoft.com/office/powerpoint/2010/main" val="1121092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3AB542-4299-7394-1129-D16A26531B7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D48519D-3550-E287-2A3D-882937BB52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A967AD8-7C61-5EFE-CF9D-2D4B7563BD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96C37E0-DB9B-8890-1419-AAF4DA39A4A2}"/>
              </a:ext>
            </a:extLst>
          </p:cNvPr>
          <p:cNvSpPr>
            <a:spLocks noGrp="1"/>
          </p:cNvSpPr>
          <p:nvPr>
            <p:ph type="dt" sz="half" idx="10"/>
          </p:nvPr>
        </p:nvSpPr>
        <p:spPr/>
        <p:txBody>
          <a:bodyPr/>
          <a:lstStyle/>
          <a:p>
            <a:fld id="{A172551D-6E48-4904-A952-B39688E2A3D1}" type="datetimeFigureOut">
              <a:rPr kumimoji="1" lang="ja-JP" altLang="en-US" smtClean="0"/>
              <a:t>2025/1/6</a:t>
            </a:fld>
            <a:endParaRPr kumimoji="1" lang="ja-JP" altLang="en-US"/>
          </a:p>
        </p:txBody>
      </p:sp>
      <p:sp>
        <p:nvSpPr>
          <p:cNvPr id="6" name="フッター プレースホルダー 5">
            <a:extLst>
              <a:ext uri="{FF2B5EF4-FFF2-40B4-BE49-F238E27FC236}">
                <a16:creationId xmlns:a16="http://schemas.microsoft.com/office/drawing/2014/main" id="{434A7CEA-32F2-E87F-41ED-F8A32E2BDA6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0053CE5-F2F3-DE57-112E-5C693317F5D5}"/>
              </a:ext>
            </a:extLst>
          </p:cNvPr>
          <p:cNvSpPr>
            <a:spLocks noGrp="1"/>
          </p:cNvSpPr>
          <p:nvPr>
            <p:ph type="sldNum" sz="quarter" idx="12"/>
          </p:nvPr>
        </p:nvSpPr>
        <p:spPr/>
        <p:txBody>
          <a:bodyPr/>
          <a:lstStyle/>
          <a:p>
            <a:fld id="{B7273EA4-9608-4509-A4AC-DA64E1D100E2}" type="slidenum">
              <a:rPr kumimoji="1" lang="ja-JP" altLang="en-US" smtClean="0"/>
              <a:t>‹#›</a:t>
            </a:fld>
            <a:endParaRPr kumimoji="1" lang="ja-JP" altLang="en-US"/>
          </a:p>
        </p:txBody>
      </p:sp>
    </p:spTree>
    <p:extLst>
      <p:ext uri="{BB962C8B-B14F-4D97-AF65-F5344CB8AC3E}">
        <p14:creationId xmlns:p14="http://schemas.microsoft.com/office/powerpoint/2010/main" val="947970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1B1C32-ACA3-FC14-0534-C2CFEB0A3B6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18727CE-7176-7302-BAF0-EC04B27D647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D8CE836-20CA-FB7F-F410-CC7B48B7690A}"/>
              </a:ext>
            </a:extLst>
          </p:cNvPr>
          <p:cNvSpPr>
            <a:spLocks noGrp="1"/>
          </p:cNvSpPr>
          <p:nvPr>
            <p:ph type="dt" sz="half" idx="10"/>
          </p:nvPr>
        </p:nvSpPr>
        <p:spPr/>
        <p:txBody>
          <a:bodyPr/>
          <a:lstStyle/>
          <a:p>
            <a:fld id="{A172551D-6E48-4904-A952-B39688E2A3D1}" type="datetimeFigureOut">
              <a:rPr kumimoji="1" lang="ja-JP" altLang="en-US" smtClean="0"/>
              <a:t>2025/1/6</a:t>
            </a:fld>
            <a:endParaRPr kumimoji="1" lang="ja-JP" altLang="en-US"/>
          </a:p>
        </p:txBody>
      </p:sp>
      <p:sp>
        <p:nvSpPr>
          <p:cNvPr id="5" name="フッター プレースホルダー 4">
            <a:extLst>
              <a:ext uri="{FF2B5EF4-FFF2-40B4-BE49-F238E27FC236}">
                <a16:creationId xmlns:a16="http://schemas.microsoft.com/office/drawing/2014/main" id="{6F3731B8-BBE5-6390-D970-771AAD3A843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2310A51-78B6-BB2E-B145-00B6243A485F}"/>
              </a:ext>
            </a:extLst>
          </p:cNvPr>
          <p:cNvSpPr>
            <a:spLocks noGrp="1"/>
          </p:cNvSpPr>
          <p:nvPr>
            <p:ph type="sldNum" sz="quarter" idx="12"/>
          </p:nvPr>
        </p:nvSpPr>
        <p:spPr/>
        <p:txBody>
          <a:bodyPr/>
          <a:lstStyle/>
          <a:p>
            <a:fld id="{B7273EA4-9608-4509-A4AC-DA64E1D100E2}" type="slidenum">
              <a:rPr kumimoji="1" lang="ja-JP" altLang="en-US" smtClean="0"/>
              <a:t>‹#›</a:t>
            </a:fld>
            <a:endParaRPr kumimoji="1" lang="ja-JP" altLang="en-US"/>
          </a:p>
        </p:txBody>
      </p:sp>
    </p:spTree>
    <p:extLst>
      <p:ext uri="{BB962C8B-B14F-4D97-AF65-F5344CB8AC3E}">
        <p14:creationId xmlns:p14="http://schemas.microsoft.com/office/powerpoint/2010/main" val="2498701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6BCE717-2C02-9016-8EB5-AFADE179C81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01EF9FC-F109-A3B3-3971-38E021E327F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66D5897-59FD-9EF7-05DC-EFB950566963}"/>
              </a:ext>
            </a:extLst>
          </p:cNvPr>
          <p:cNvSpPr>
            <a:spLocks noGrp="1"/>
          </p:cNvSpPr>
          <p:nvPr>
            <p:ph type="dt" sz="half" idx="10"/>
          </p:nvPr>
        </p:nvSpPr>
        <p:spPr/>
        <p:txBody>
          <a:bodyPr/>
          <a:lstStyle/>
          <a:p>
            <a:fld id="{A172551D-6E48-4904-A952-B39688E2A3D1}" type="datetimeFigureOut">
              <a:rPr kumimoji="1" lang="ja-JP" altLang="en-US" smtClean="0"/>
              <a:t>2025/1/6</a:t>
            </a:fld>
            <a:endParaRPr kumimoji="1" lang="ja-JP" altLang="en-US"/>
          </a:p>
        </p:txBody>
      </p:sp>
      <p:sp>
        <p:nvSpPr>
          <p:cNvPr id="5" name="フッター プレースホルダー 4">
            <a:extLst>
              <a:ext uri="{FF2B5EF4-FFF2-40B4-BE49-F238E27FC236}">
                <a16:creationId xmlns:a16="http://schemas.microsoft.com/office/drawing/2014/main" id="{4FD4281C-A7E3-AE5C-ECCB-4752F7796F2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A316D82-F1CE-1D95-73E6-76F21EEADC59}"/>
              </a:ext>
            </a:extLst>
          </p:cNvPr>
          <p:cNvSpPr>
            <a:spLocks noGrp="1"/>
          </p:cNvSpPr>
          <p:nvPr>
            <p:ph type="sldNum" sz="quarter" idx="12"/>
          </p:nvPr>
        </p:nvSpPr>
        <p:spPr/>
        <p:txBody>
          <a:bodyPr/>
          <a:lstStyle/>
          <a:p>
            <a:fld id="{B7273EA4-9608-4509-A4AC-DA64E1D100E2}" type="slidenum">
              <a:rPr kumimoji="1" lang="ja-JP" altLang="en-US" smtClean="0"/>
              <a:t>‹#›</a:t>
            </a:fld>
            <a:endParaRPr kumimoji="1" lang="ja-JP" altLang="en-US"/>
          </a:p>
        </p:txBody>
      </p:sp>
    </p:spTree>
    <p:extLst>
      <p:ext uri="{BB962C8B-B14F-4D97-AF65-F5344CB8AC3E}">
        <p14:creationId xmlns:p14="http://schemas.microsoft.com/office/powerpoint/2010/main" val="3474415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6653BAF-A06E-9719-9C1E-F98F5C103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9D74B8E-7B8E-8F6D-5198-7F248C2C18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218CE7F-D10F-30A4-2D51-7617EBC143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72551D-6E48-4904-A952-B39688E2A3D1}" type="datetimeFigureOut">
              <a:rPr kumimoji="1" lang="ja-JP" altLang="en-US" smtClean="0"/>
              <a:t>2025/1/6</a:t>
            </a:fld>
            <a:endParaRPr kumimoji="1" lang="ja-JP" altLang="en-US"/>
          </a:p>
        </p:txBody>
      </p:sp>
      <p:sp>
        <p:nvSpPr>
          <p:cNvPr id="5" name="フッター プレースホルダー 4">
            <a:extLst>
              <a:ext uri="{FF2B5EF4-FFF2-40B4-BE49-F238E27FC236}">
                <a16:creationId xmlns:a16="http://schemas.microsoft.com/office/drawing/2014/main" id="{D87E6894-655F-CAC7-188D-58C0A708DF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C2482FE-B349-69F5-8B97-58CECD4D49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273EA4-9608-4509-A4AC-DA64E1D100E2}" type="slidenum">
              <a:rPr kumimoji="1" lang="ja-JP" altLang="en-US" smtClean="0"/>
              <a:t>‹#›</a:t>
            </a:fld>
            <a:endParaRPr kumimoji="1" lang="ja-JP" altLang="en-US"/>
          </a:p>
        </p:txBody>
      </p:sp>
    </p:spTree>
    <p:extLst>
      <p:ext uri="{BB962C8B-B14F-4D97-AF65-F5344CB8AC3E}">
        <p14:creationId xmlns:p14="http://schemas.microsoft.com/office/powerpoint/2010/main" val="2044836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qiita.com/h_tyokinuhata/items/ab8e0337085997be04b1" TargetMode="External"/><Relationship Id="rId2" Type="http://schemas.openxmlformats.org/officeDocument/2006/relationships/hyperlink" Target="https://www.infraexpert.com/study/security18.html#google_vignette" TargetMode="External"/><Relationship Id="rId1" Type="http://schemas.openxmlformats.org/officeDocument/2006/relationships/slideLayout" Target="../slideLayouts/slideLayout2.xml"/><Relationship Id="rId4" Type="http://schemas.openxmlformats.org/officeDocument/2006/relationships/hyperlink" Target="https://medium.com/@jeevithajayakumar10/dive-into-http-authentication-schemes-bearer-and-negotiate-e57d9f49fb5d"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webserver/"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6ABD92-43CE-B634-99E6-18B3255370BE}"/>
              </a:ext>
            </a:extLst>
          </p:cNvPr>
          <p:cNvSpPr>
            <a:spLocks noGrp="1"/>
          </p:cNvSpPr>
          <p:nvPr>
            <p:ph type="ctrTitle"/>
          </p:nvPr>
        </p:nvSpPr>
        <p:spPr/>
        <p:txBody>
          <a:bodyPr>
            <a:normAutofit/>
          </a:bodyPr>
          <a:lstStyle/>
          <a:p>
            <a:r>
              <a:rPr kumimoji="1" lang="ja-JP" altLang="en-US" dirty="0"/>
              <a:t>★</a:t>
            </a:r>
            <a:r>
              <a:rPr kumimoji="1" lang="en-US" altLang="ja-JP" dirty="0"/>
              <a:t>JMeter –</a:t>
            </a:r>
            <a:r>
              <a:rPr kumimoji="1" lang="ja-JP" altLang="en-US" dirty="0"/>
              <a:t>分散負荷テスト</a:t>
            </a:r>
            <a:br>
              <a:rPr kumimoji="1" lang="en-US" altLang="ja-JP" dirty="0"/>
            </a:br>
            <a:r>
              <a:rPr kumimoji="1" lang="ja-JP" altLang="en-US" dirty="0"/>
              <a:t>（</a:t>
            </a:r>
            <a:r>
              <a:rPr lang="en-US" altLang="ja-JP" dirty="0"/>
              <a:t>Distributed Testing</a:t>
            </a:r>
            <a:r>
              <a:rPr lang="ja-JP" altLang="en-US" dirty="0"/>
              <a:t>）</a:t>
            </a:r>
            <a:endParaRPr kumimoji="1" lang="ja-JP" altLang="en-US" dirty="0"/>
          </a:p>
        </p:txBody>
      </p:sp>
      <p:sp>
        <p:nvSpPr>
          <p:cNvPr id="3" name="字幕 2">
            <a:extLst>
              <a:ext uri="{FF2B5EF4-FFF2-40B4-BE49-F238E27FC236}">
                <a16:creationId xmlns:a16="http://schemas.microsoft.com/office/drawing/2014/main" id="{4C2E3FC1-326E-08F3-2078-3E9DD3F62BB1}"/>
              </a:ext>
            </a:extLst>
          </p:cNvPr>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3692960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91F8572-8E92-F37F-B3DC-CA0316FB612F}"/>
              </a:ext>
            </a:extLst>
          </p:cNvPr>
          <p:cNvSpPr>
            <a:spLocks noGrp="1"/>
          </p:cNvSpPr>
          <p:nvPr>
            <p:ph type="title"/>
          </p:nvPr>
        </p:nvSpPr>
        <p:spPr>
          <a:xfrm>
            <a:off x="572493" y="238539"/>
            <a:ext cx="11018520" cy="1434415"/>
          </a:xfrm>
        </p:spPr>
        <p:txBody>
          <a:bodyPr anchor="b">
            <a:normAutofit/>
          </a:bodyPr>
          <a:lstStyle/>
          <a:p>
            <a:r>
              <a:rPr kumimoji="1" lang="ja-JP" altLang="en-US" sz="5400"/>
              <a:t>目次</a:t>
            </a:r>
          </a:p>
        </p:txBody>
      </p:sp>
      <p:sp>
        <p:nvSpPr>
          <p:cNvPr id="1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069A07D9-2F8D-F549-FBE0-63A83DC292A2}"/>
              </a:ext>
            </a:extLst>
          </p:cNvPr>
          <p:cNvSpPr>
            <a:spLocks noGrp="1"/>
          </p:cNvSpPr>
          <p:nvPr>
            <p:ph idx="1"/>
          </p:nvPr>
        </p:nvSpPr>
        <p:spPr>
          <a:xfrm>
            <a:off x="572493" y="2071316"/>
            <a:ext cx="8488380" cy="4119172"/>
          </a:xfrm>
        </p:spPr>
        <p:txBody>
          <a:bodyPr anchor="t">
            <a:normAutofit/>
          </a:bodyPr>
          <a:lstStyle/>
          <a:p>
            <a:pPr marL="0" indent="0">
              <a:buNone/>
            </a:pPr>
            <a:r>
              <a:rPr lang="ja-JP" altLang="en-US" sz="1400" dirty="0"/>
              <a:t>分散負荷テスト超概要</a:t>
            </a:r>
            <a:endParaRPr lang="en-US" altLang="ja-JP" sz="1400" dirty="0"/>
          </a:p>
          <a:p>
            <a:pPr marL="0" indent="0">
              <a:buNone/>
            </a:pPr>
            <a:r>
              <a:rPr lang="en-US" altLang="ja-JP" sz="1400" dirty="0"/>
              <a:t>RMI</a:t>
            </a:r>
            <a:r>
              <a:rPr lang="ja-JP" altLang="en-US" sz="1400" dirty="0"/>
              <a:t>超概要</a:t>
            </a:r>
            <a:endParaRPr lang="en-US" altLang="ja-JP" sz="1400" dirty="0"/>
          </a:p>
          <a:p>
            <a:pPr marL="457200" lvl="1" indent="0">
              <a:buNone/>
            </a:pPr>
            <a:r>
              <a:rPr lang="en-US" altLang="ja-JP" sz="1400" dirty="0"/>
              <a:t>SSL</a:t>
            </a:r>
            <a:r>
              <a:rPr lang="ja-JP" altLang="en-US" sz="1400" dirty="0"/>
              <a:t>（</a:t>
            </a:r>
            <a:r>
              <a:rPr lang="en-US" altLang="ja-JP" sz="1400" dirty="0" err="1"/>
              <a:t>rmi_keystore.jks</a:t>
            </a:r>
            <a:r>
              <a:rPr lang="ja-JP" altLang="en-US" sz="1400" dirty="0"/>
              <a:t>）</a:t>
            </a:r>
            <a:endParaRPr lang="en-US" altLang="ja-JP" sz="1400" dirty="0"/>
          </a:p>
          <a:p>
            <a:pPr marL="0" indent="0">
              <a:buNone/>
            </a:pPr>
            <a:r>
              <a:rPr lang="en-US" altLang="ja-JP" sz="1400" dirty="0"/>
              <a:t>JMeter</a:t>
            </a:r>
            <a:r>
              <a:rPr lang="ja-JP" altLang="en-US" sz="1400" dirty="0"/>
              <a:t>環境構築</a:t>
            </a:r>
            <a:endParaRPr lang="en-US" altLang="ja-JP" sz="1400" dirty="0"/>
          </a:p>
          <a:p>
            <a:pPr marL="457200" lvl="1" indent="0">
              <a:buNone/>
            </a:pPr>
            <a:r>
              <a:rPr lang="en-US" altLang="ja-JP" sz="1400" dirty="0"/>
              <a:t>JRE/</a:t>
            </a:r>
            <a:r>
              <a:rPr lang="en-US" altLang="ja-JP" sz="1400" dirty="0" err="1"/>
              <a:t>systemd</a:t>
            </a:r>
            <a:r>
              <a:rPr lang="en-US" altLang="ja-JP" sz="1400" dirty="0"/>
              <a:t>/</a:t>
            </a:r>
            <a:r>
              <a:rPr lang="ja-JP" altLang="en-US" sz="1400" dirty="0"/>
              <a:t>名前解決</a:t>
            </a:r>
            <a:endParaRPr lang="en-US" altLang="ja-JP" sz="1400" dirty="0"/>
          </a:p>
          <a:p>
            <a:pPr marL="457200" lvl="1" indent="0">
              <a:buNone/>
            </a:pPr>
            <a:r>
              <a:rPr lang="ja-JP" altLang="en-US" sz="1400" dirty="0"/>
              <a:t>複数サーバの扱い（</a:t>
            </a:r>
            <a:r>
              <a:rPr lang="en-US" altLang="ja-JP" sz="1400" dirty="0"/>
              <a:t>login</a:t>
            </a:r>
            <a:r>
              <a:rPr lang="ja-JP" altLang="en-US" sz="1400" dirty="0"/>
              <a:t>用</a:t>
            </a:r>
            <a:r>
              <a:rPr lang="en-US" altLang="ja-JP" sz="1400" dirty="0" err="1"/>
              <a:t>ttl</a:t>
            </a:r>
            <a:r>
              <a:rPr lang="ja-JP" altLang="en-US" sz="1400" dirty="0"/>
              <a:t>マクロ</a:t>
            </a:r>
            <a:r>
              <a:rPr lang="en-US" altLang="ja-JP" sz="1400" dirty="0"/>
              <a:t>/</a:t>
            </a:r>
            <a:r>
              <a:rPr lang="en-US" altLang="ja-JP" sz="1400" dirty="0" err="1"/>
              <a:t>Winscp</a:t>
            </a:r>
            <a:r>
              <a:rPr lang="ja-JP" altLang="en-US" sz="1400" dirty="0"/>
              <a:t>の接続先登録</a:t>
            </a:r>
            <a:r>
              <a:rPr lang="en-US" altLang="ja-JP" sz="1400" dirty="0"/>
              <a:t>/</a:t>
            </a:r>
            <a:r>
              <a:rPr lang="en-US" altLang="ja-JP" sz="1400" dirty="0" err="1"/>
              <a:t>CollectLog</a:t>
            </a:r>
            <a:r>
              <a:rPr lang="ja-JP" altLang="en-US" sz="1400" dirty="0"/>
              <a:t>など）</a:t>
            </a:r>
            <a:endParaRPr lang="en-US" altLang="ja-JP" sz="1400" dirty="0"/>
          </a:p>
          <a:p>
            <a:pPr marL="0" indent="0">
              <a:buNone/>
            </a:pPr>
            <a:r>
              <a:rPr kumimoji="1" lang="ja-JP" altLang="en-US" sz="1400" dirty="0"/>
              <a:t>その他</a:t>
            </a:r>
            <a:r>
              <a:rPr kumimoji="1" lang="en-US" altLang="ja-JP" sz="1400" dirty="0"/>
              <a:t>Config</a:t>
            </a:r>
            <a:r>
              <a:rPr lang="en-US" altLang="ja-JP" sz="1400" dirty="0"/>
              <a:t>/</a:t>
            </a:r>
            <a:r>
              <a:rPr lang="ja-JP" altLang="en-US" sz="1400" dirty="0"/>
              <a:t>トラシューについて</a:t>
            </a:r>
            <a:endParaRPr lang="en-US" altLang="ja-JP" sz="1400" dirty="0"/>
          </a:p>
          <a:p>
            <a:pPr marL="457200" lvl="1" indent="0">
              <a:buNone/>
            </a:pPr>
            <a:r>
              <a:rPr lang="ja-JP" altLang="en-US" sz="1400" dirty="0"/>
              <a:t>ファイアウォール</a:t>
            </a:r>
            <a:r>
              <a:rPr lang="en-US" altLang="ja-JP" sz="1400" dirty="0"/>
              <a:t>/SELINUX</a:t>
            </a:r>
            <a:r>
              <a:rPr lang="ja-JP" altLang="en-US" sz="1400" dirty="0"/>
              <a:t>など</a:t>
            </a:r>
            <a:endParaRPr lang="en-US" altLang="ja-JP" sz="1400" dirty="0"/>
          </a:p>
          <a:p>
            <a:pPr marL="457200" lvl="1" indent="0">
              <a:buNone/>
            </a:pPr>
            <a:r>
              <a:rPr lang="ja-JP" altLang="en-US" sz="1400" dirty="0"/>
              <a:t>統計レポートを送れない件</a:t>
            </a:r>
            <a:endParaRPr lang="en-US" altLang="ja-JP" sz="1400" dirty="0"/>
          </a:p>
          <a:p>
            <a:pPr marL="457200" lvl="1" indent="0">
              <a:buNone/>
            </a:pPr>
            <a:r>
              <a:rPr lang="ja-JP" altLang="en-US" sz="1400" dirty="0"/>
              <a:t>ログの送付モード</a:t>
            </a:r>
            <a:endParaRPr lang="en-US" altLang="ja-JP" sz="1400" dirty="0"/>
          </a:p>
          <a:p>
            <a:pPr marL="457200" lvl="1" indent="0">
              <a:buNone/>
            </a:pPr>
            <a:r>
              <a:rPr lang="en-US" altLang="ja-JP" sz="1400" dirty="0" err="1"/>
              <a:t>BeanshellScript</a:t>
            </a:r>
            <a:endParaRPr lang="en-US" altLang="ja-JP" sz="1400" dirty="0"/>
          </a:p>
          <a:p>
            <a:pPr marL="0" indent="0">
              <a:buNone/>
            </a:pPr>
            <a:endParaRPr lang="en-US" altLang="ja-JP" sz="1400" dirty="0"/>
          </a:p>
          <a:p>
            <a:pPr marL="0" indent="0">
              <a:buNone/>
            </a:pPr>
            <a:endParaRPr kumimoji="1" lang="ja-JP" altLang="en-US" sz="1400" dirty="0"/>
          </a:p>
        </p:txBody>
      </p:sp>
    </p:spTree>
    <p:extLst>
      <p:ext uri="{BB962C8B-B14F-4D97-AF65-F5344CB8AC3E}">
        <p14:creationId xmlns:p14="http://schemas.microsoft.com/office/powerpoint/2010/main" val="3861880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B3B857-79E7-1561-E45E-7ECCF098F6C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A8AC18E-F1E6-1772-FA2A-9EC7D475C7DF}"/>
              </a:ext>
            </a:extLst>
          </p:cNvPr>
          <p:cNvSpPr>
            <a:spLocks noGrp="1"/>
          </p:cNvSpPr>
          <p:nvPr>
            <p:ph type="title"/>
          </p:nvPr>
        </p:nvSpPr>
        <p:spPr>
          <a:xfrm>
            <a:off x="572493" y="238539"/>
            <a:ext cx="11018520" cy="1434415"/>
          </a:xfrm>
        </p:spPr>
        <p:txBody>
          <a:bodyPr anchor="b">
            <a:normAutofit/>
          </a:bodyPr>
          <a:lstStyle/>
          <a:p>
            <a:r>
              <a:rPr lang="ja-JP" altLang="en-US" sz="5400" dirty="0"/>
              <a:t>分散負荷テスト超概要</a:t>
            </a:r>
            <a:endParaRPr kumimoji="1" lang="ja-JP" altLang="en-US" sz="5400" dirty="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33B470F0-CF82-7EC9-F586-768E8569B603}"/>
              </a:ext>
            </a:extLst>
          </p:cNvPr>
          <p:cNvSpPr>
            <a:spLocks noGrp="1"/>
          </p:cNvSpPr>
          <p:nvPr>
            <p:ph idx="1"/>
          </p:nvPr>
        </p:nvSpPr>
        <p:spPr>
          <a:xfrm>
            <a:off x="572493" y="2071316"/>
            <a:ext cx="6713552" cy="4119172"/>
          </a:xfrm>
        </p:spPr>
        <p:txBody>
          <a:bodyPr anchor="t">
            <a:normAutofit/>
          </a:bodyPr>
          <a:lstStyle/>
          <a:p>
            <a:pPr marL="0" indent="0">
              <a:buNone/>
            </a:pPr>
            <a:r>
              <a:rPr lang="ja-JP" altLang="en-US" sz="1600" dirty="0"/>
              <a:t>前提事項：</a:t>
            </a:r>
            <a:endParaRPr lang="en-US" altLang="ja-JP" sz="1600" dirty="0"/>
          </a:p>
          <a:p>
            <a:pPr marL="0" indent="0">
              <a:buNone/>
            </a:pPr>
            <a:r>
              <a:rPr lang="ja-JP" altLang="en-US" sz="1600" dirty="0"/>
              <a:t>マスターサーバを</a:t>
            </a:r>
            <a:r>
              <a:rPr lang="en-US" altLang="ja-JP" sz="1600" dirty="0"/>
              <a:t>Windows, </a:t>
            </a:r>
            <a:r>
              <a:rPr lang="ja-JP" altLang="en-US" sz="1600" dirty="0"/>
              <a:t>スレーブサーバを</a:t>
            </a:r>
            <a:r>
              <a:rPr lang="en-US" altLang="ja-JP" sz="1600" dirty="0"/>
              <a:t>Linux</a:t>
            </a:r>
            <a:r>
              <a:rPr lang="ja-JP" altLang="en-US" sz="1600" dirty="0"/>
              <a:t>版の</a:t>
            </a:r>
            <a:r>
              <a:rPr lang="en-US" altLang="ja-JP" sz="1600" dirty="0"/>
              <a:t>JMeter</a:t>
            </a:r>
            <a:r>
              <a:rPr lang="ja-JP" altLang="en-US" sz="1600" dirty="0"/>
              <a:t>として話します。構成は自由です。</a:t>
            </a:r>
            <a:endParaRPr lang="en-US" altLang="ja-JP" sz="1600" dirty="0"/>
          </a:p>
          <a:p>
            <a:pPr marL="457200" lvl="1" indent="0">
              <a:buNone/>
            </a:pPr>
            <a:endParaRPr lang="en-US" altLang="ja-JP" sz="1600" dirty="0"/>
          </a:p>
          <a:p>
            <a:pPr marL="0" indent="0">
              <a:buNone/>
            </a:pPr>
            <a:r>
              <a:rPr lang="en-US" altLang="ja-JP" sz="1600" dirty="0"/>
              <a:t>IT</a:t>
            </a:r>
            <a:r>
              <a:rPr lang="ja-JP" altLang="en-US" sz="1600" dirty="0"/>
              <a:t>業界ではマスタースレーブのような用語は一般的でしたが、スレーブという用語は差別用語としてとらえることができるため、あらゆるプロダクトで使われない用語として扱われています。</a:t>
            </a:r>
            <a:endParaRPr lang="en-US" altLang="ja-JP" sz="1600" dirty="0"/>
          </a:p>
          <a:p>
            <a:pPr marL="0" indent="0">
              <a:buNone/>
            </a:pPr>
            <a:r>
              <a:rPr lang="ja-JP" altLang="en-US" sz="1600" dirty="0"/>
              <a:t>本資料では原則</a:t>
            </a:r>
            <a:r>
              <a:rPr lang="en-US" altLang="ja-JP" sz="1600" dirty="0" err="1"/>
              <a:t>ContollerNode</a:t>
            </a:r>
            <a:r>
              <a:rPr lang="en-US" altLang="ja-JP" sz="1600" dirty="0"/>
              <a:t>/</a:t>
            </a:r>
            <a:r>
              <a:rPr lang="en-US" altLang="ja-JP" sz="1600" dirty="0" err="1"/>
              <a:t>WorkerNode</a:t>
            </a:r>
            <a:r>
              <a:rPr lang="ja-JP" altLang="en-US" sz="1600" dirty="0"/>
              <a:t>と呼びますが、実際の設定では</a:t>
            </a:r>
            <a:r>
              <a:rPr lang="en-US" altLang="ja-JP" sz="1600" dirty="0" err="1"/>
              <a:t>jmeter</a:t>
            </a:r>
            <a:r>
              <a:rPr lang="en-US" altLang="ja-JP" sz="1600" dirty="0"/>
              <a:t>-server</a:t>
            </a:r>
            <a:r>
              <a:rPr lang="ja-JP" altLang="en-US" sz="1600" dirty="0"/>
              <a:t>（</a:t>
            </a:r>
            <a:r>
              <a:rPr lang="en-US" altLang="ja-JP" sz="1600" dirty="0" err="1"/>
              <a:t>WorkerNode</a:t>
            </a:r>
            <a:r>
              <a:rPr lang="ja-JP" altLang="en-US" sz="1600" dirty="0"/>
              <a:t>のこと）</a:t>
            </a:r>
            <a:r>
              <a:rPr lang="en-US" altLang="ja-JP" sz="1600" dirty="0"/>
              <a:t>/</a:t>
            </a:r>
            <a:r>
              <a:rPr lang="en-US" altLang="ja-JP" sz="1600" dirty="0" err="1"/>
              <a:t>RemoteHost</a:t>
            </a:r>
            <a:r>
              <a:rPr lang="en-US" altLang="ja-JP" sz="1600" dirty="0"/>
              <a:t>(</a:t>
            </a:r>
            <a:r>
              <a:rPr lang="en-US" altLang="ja-JP" sz="1600" dirty="0" err="1"/>
              <a:t>WorkerNode</a:t>
            </a:r>
            <a:r>
              <a:rPr lang="ja-JP" altLang="en-US" sz="1600" dirty="0"/>
              <a:t>のこと</a:t>
            </a:r>
            <a:r>
              <a:rPr lang="en-US" altLang="ja-JP" sz="1600" dirty="0"/>
              <a:t>)</a:t>
            </a:r>
            <a:r>
              <a:rPr lang="ja-JP" altLang="en-US" sz="1600" dirty="0"/>
              <a:t>など用語が揺れますのでご注意ください。</a:t>
            </a:r>
            <a:endParaRPr lang="en-US" altLang="ja-JP" sz="1600" dirty="0"/>
          </a:p>
          <a:p>
            <a:pPr lvl="1"/>
            <a:endParaRPr lang="en-US" altLang="ja-JP" sz="1600" dirty="0"/>
          </a:p>
          <a:p>
            <a:endParaRPr kumimoji="1" lang="ja-JP" altLang="en-US" sz="1600" dirty="0"/>
          </a:p>
        </p:txBody>
      </p:sp>
      <p:pic>
        <p:nvPicPr>
          <p:cNvPr id="4" name="図 3">
            <a:extLst>
              <a:ext uri="{FF2B5EF4-FFF2-40B4-BE49-F238E27FC236}">
                <a16:creationId xmlns:a16="http://schemas.microsoft.com/office/drawing/2014/main" id="{23863B28-1E14-457A-75DA-D75E0505B69A}"/>
              </a:ext>
            </a:extLst>
          </p:cNvPr>
          <p:cNvPicPr>
            <a:picLocks noChangeAspect="1"/>
          </p:cNvPicPr>
          <p:nvPr/>
        </p:nvPicPr>
        <p:blipFill>
          <a:blip r:embed="rId2"/>
          <a:srcRect l="1570" r="1250" b="-3"/>
          <a:stretch/>
        </p:blipFill>
        <p:spPr>
          <a:xfrm>
            <a:off x="7675658" y="2093976"/>
            <a:ext cx="3941064" cy="4096512"/>
          </a:xfrm>
          <a:prstGeom prst="rect">
            <a:avLst/>
          </a:prstGeom>
        </p:spPr>
      </p:pic>
    </p:spTree>
    <p:extLst>
      <p:ext uri="{BB962C8B-B14F-4D97-AF65-F5344CB8AC3E}">
        <p14:creationId xmlns:p14="http://schemas.microsoft.com/office/powerpoint/2010/main" val="3284468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2A262F-06A2-2A30-11E3-CFF8FD7F7B33}"/>
            </a:ext>
          </a:extLst>
        </p:cNvPr>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012EAD3-B46B-A2B3-12B1-F6C3D37F492A}"/>
              </a:ext>
            </a:extLst>
          </p:cNvPr>
          <p:cNvSpPr>
            <a:spLocks noGrp="1"/>
          </p:cNvSpPr>
          <p:nvPr>
            <p:ph type="title"/>
          </p:nvPr>
        </p:nvSpPr>
        <p:spPr>
          <a:xfrm>
            <a:off x="572493" y="238539"/>
            <a:ext cx="11018520" cy="1434415"/>
          </a:xfrm>
        </p:spPr>
        <p:txBody>
          <a:bodyPr anchor="b">
            <a:normAutofit/>
          </a:bodyPr>
          <a:lstStyle/>
          <a:p>
            <a:r>
              <a:rPr lang="ja-JP" altLang="en-US" sz="5400" dirty="0"/>
              <a:t>分散負荷テスト超概要</a:t>
            </a:r>
            <a:endParaRPr kumimoji="1" lang="ja-JP" altLang="en-US" sz="5400" dirty="0"/>
          </a:p>
        </p:txBody>
      </p:sp>
      <p:sp>
        <p:nvSpPr>
          <p:cNvPr id="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5B23201-3C2E-3991-C328-B7E9E464C18A}"/>
              </a:ext>
            </a:extLst>
          </p:cNvPr>
          <p:cNvSpPr>
            <a:spLocks noGrp="1"/>
          </p:cNvSpPr>
          <p:nvPr>
            <p:ph idx="1"/>
          </p:nvPr>
        </p:nvSpPr>
        <p:spPr>
          <a:xfrm>
            <a:off x="572493" y="2071316"/>
            <a:ext cx="6713552" cy="4119172"/>
          </a:xfrm>
        </p:spPr>
        <p:txBody>
          <a:bodyPr anchor="t">
            <a:normAutofit/>
          </a:bodyPr>
          <a:lstStyle/>
          <a:p>
            <a:r>
              <a:rPr kumimoji="1" lang="ja-JP" altLang="en-US" sz="1600" dirty="0"/>
              <a:t>スレーブサーバの台数</a:t>
            </a:r>
            <a:r>
              <a:rPr kumimoji="1" lang="en-US" altLang="ja-JP" sz="1600" dirty="0"/>
              <a:t>/</a:t>
            </a:r>
            <a:r>
              <a:rPr kumimoji="1" lang="ja-JP" altLang="en-US" sz="1600" dirty="0"/>
              <a:t>スペック見積もりは、実際にシナリオを作成してみてどの程度のスレッド数で実行できるのか確認してみましょう。</a:t>
            </a:r>
            <a:endParaRPr kumimoji="1" lang="en-US" altLang="ja-JP" sz="1600" dirty="0"/>
          </a:p>
          <a:p>
            <a:r>
              <a:rPr lang="en-US" altLang="ja-JP" sz="1600" dirty="0"/>
              <a:t>Input</a:t>
            </a:r>
            <a:r>
              <a:rPr lang="ja-JP" altLang="en-US" sz="1600" dirty="0"/>
              <a:t>ファイルについて</a:t>
            </a:r>
            <a:endParaRPr lang="en-US" altLang="ja-JP" sz="1600" dirty="0"/>
          </a:p>
          <a:p>
            <a:pPr lvl="1"/>
            <a:r>
              <a:rPr lang="ja-JP" altLang="en-US" sz="1600" dirty="0"/>
              <a:t>負荷シナリオについてはマスターサーバだけに置けばよいです。</a:t>
            </a:r>
            <a:endParaRPr lang="en-US" altLang="ja-JP" sz="1600" dirty="0"/>
          </a:p>
          <a:p>
            <a:pPr lvl="1"/>
            <a:r>
              <a:rPr lang="ja-JP" altLang="en-US" sz="1600" dirty="0"/>
              <a:t>負荷シナリオ実行時に</a:t>
            </a:r>
            <a:r>
              <a:rPr lang="en-US" altLang="ja-JP" sz="1600" dirty="0"/>
              <a:t>JMeter</a:t>
            </a:r>
            <a:r>
              <a:rPr lang="ja-JP" altLang="en-US" sz="1600" dirty="0"/>
              <a:t>に食わせる</a:t>
            </a:r>
            <a:r>
              <a:rPr lang="en-US" altLang="ja-JP" sz="1600" dirty="0"/>
              <a:t>CSV</a:t>
            </a:r>
            <a:r>
              <a:rPr lang="ja-JP" altLang="en-US" sz="1600" dirty="0"/>
              <a:t>などは実行先のスレーブサーバにそれぞれ置かなければなりません。</a:t>
            </a:r>
            <a:endParaRPr lang="en-US" altLang="ja-JP" sz="1600" dirty="0"/>
          </a:p>
          <a:p>
            <a:pPr lvl="1"/>
            <a:r>
              <a:rPr lang="en-US" altLang="ja-JP" sz="1600" dirty="0"/>
              <a:t>Config</a:t>
            </a:r>
            <a:r>
              <a:rPr lang="ja-JP" altLang="en-US" sz="1600" dirty="0"/>
              <a:t>ファイルについてはマスター側で設定すべきもの</a:t>
            </a:r>
            <a:r>
              <a:rPr lang="en-US" altLang="ja-JP" sz="1600" dirty="0"/>
              <a:t>/</a:t>
            </a:r>
            <a:r>
              <a:rPr lang="ja-JP" altLang="en-US" sz="1600" dirty="0"/>
              <a:t>スレーブ側で設定すべきものがあります。実行したい設定によってマスター</a:t>
            </a:r>
            <a:r>
              <a:rPr lang="en-US" altLang="ja-JP" sz="1600" dirty="0"/>
              <a:t>/</a:t>
            </a:r>
            <a:r>
              <a:rPr lang="ja-JP" altLang="en-US" sz="1600" dirty="0"/>
              <a:t>スレーブどちらで設定すべきなのか確認しましょう</a:t>
            </a:r>
            <a:endParaRPr lang="en-US" altLang="ja-JP" sz="1600" dirty="0"/>
          </a:p>
          <a:p>
            <a:r>
              <a:rPr lang="ja-JP" altLang="en-US" sz="1600" dirty="0"/>
              <a:t>実行イメージについて</a:t>
            </a:r>
            <a:endParaRPr lang="en-US" altLang="ja-JP" sz="1600" dirty="0"/>
          </a:p>
          <a:p>
            <a:pPr lvl="1"/>
            <a:r>
              <a:rPr lang="en-US" altLang="ja-JP" sz="1600" dirty="0" err="1"/>
              <a:t>AggregateReport</a:t>
            </a:r>
            <a:r>
              <a:rPr lang="ja-JP" altLang="en-US" sz="1600" dirty="0"/>
              <a:t>や</a:t>
            </a:r>
            <a:r>
              <a:rPr lang="en-US" altLang="ja-JP" sz="1600" dirty="0" err="1"/>
              <a:t>ResultTree</a:t>
            </a:r>
            <a:r>
              <a:rPr lang="ja-JP" altLang="en-US" sz="1600" dirty="0"/>
              <a:t>などは</a:t>
            </a:r>
            <a:endParaRPr lang="en-US" altLang="ja-JP" sz="1600" dirty="0"/>
          </a:p>
          <a:p>
            <a:pPr lvl="1"/>
            <a:r>
              <a:rPr lang="ja-JP" altLang="en-US" sz="1600" dirty="0"/>
              <a:t>異なる負荷シナリオをリモートホストごとに実行したい場合は、それぞれの負荷シナリオを実行するマスターの</a:t>
            </a:r>
            <a:r>
              <a:rPr lang="en-US" altLang="ja-JP" sz="1600" dirty="0"/>
              <a:t>JMeter</a:t>
            </a:r>
            <a:r>
              <a:rPr lang="ja-JP" altLang="en-US" sz="1600" dirty="0"/>
              <a:t>画面を用意するのがよいです。</a:t>
            </a:r>
            <a:endParaRPr lang="en-US" altLang="ja-JP" sz="1600" dirty="0"/>
          </a:p>
          <a:p>
            <a:endParaRPr kumimoji="1" lang="ja-JP" altLang="en-US" sz="1600" dirty="0"/>
          </a:p>
        </p:txBody>
      </p:sp>
      <p:pic>
        <p:nvPicPr>
          <p:cNvPr id="4" name="図 3">
            <a:extLst>
              <a:ext uri="{FF2B5EF4-FFF2-40B4-BE49-F238E27FC236}">
                <a16:creationId xmlns:a16="http://schemas.microsoft.com/office/drawing/2014/main" id="{2F02C2BB-15EB-6955-8FE0-4E9A9E2014F1}"/>
              </a:ext>
            </a:extLst>
          </p:cNvPr>
          <p:cNvPicPr>
            <a:picLocks noChangeAspect="1"/>
          </p:cNvPicPr>
          <p:nvPr/>
        </p:nvPicPr>
        <p:blipFill>
          <a:blip r:embed="rId2"/>
          <a:srcRect l="1570" r="1250" b="-3"/>
          <a:stretch/>
        </p:blipFill>
        <p:spPr>
          <a:xfrm>
            <a:off x="7675658" y="2093976"/>
            <a:ext cx="3941064" cy="4096512"/>
          </a:xfrm>
          <a:prstGeom prst="rect">
            <a:avLst/>
          </a:prstGeom>
        </p:spPr>
      </p:pic>
    </p:spTree>
    <p:extLst>
      <p:ext uri="{BB962C8B-B14F-4D97-AF65-F5344CB8AC3E}">
        <p14:creationId xmlns:p14="http://schemas.microsoft.com/office/powerpoint/2010/main" val="2502493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3A7BB-84FA-A686-EC1A-2E6E409564E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FAFEC9A-853C-718C-97E6-B9949DEEF15A}"/>
              </a:ext>
            </a:extLst>
          </p:cNvPr>
          <p:cNvSpPr>
            <a:spLocks noGrp="1"/>
          </p:cNvSpPr>
          <p:nvPr>
            <p:ph type="title"/>
          </p:nvPr>
        </p:nvSpPr>
        <p:spPr>
          <a:xfrm>
            <a:off x="466725" y="250030"/>
            <a:ext cx="9906000" cy="862013"/>
          </a:xfrm>
        </p:spPr>
        <p:txBody>
          <a:bodyPr/>
          <a:lstStyle/>
          <a:p>
            <a:r>
              <a:rPr kumimoji="1" lang="en-US" altLang="ja-JP" sz="3200" dirty="0"/>
              <a:t>RMI</a:t>
            </a:r>
            <a:r>
              <a:rPr lang="ja-JP" altLang="en-US" sz="3200" dirty="0"/>
              <a:t>超概要</a:t>
            </a:r>
            <a:endParaRPr kumimoji="1" lang="ja-JP" altLang="en-US" dirty="0"/>
          </a:p>
        </p:txBody>
      </p:sp>
      <p:sp>
        <p:nvSpPr>
          <p:cNvPr id="3" name="コンテンツ プレースホルダー 2">
            <a:extLst>
              <a:ext uri="{FF2B5EF4-FFF2-40B4-BE49-F238E27FC236}">
                <a16:creationId xmlns:a16="http://schemas.microsoft.com/office/drawing/2014/main" id="{521E02E4-A6C1-2053-41F5-68C3D4274697}"/>
              </a:ext>
            </a:extLst>
          </p:cNvPr>
          <p:cNvSpPr>
            <a:spLocks noGrp="1"/>
          </p:cNvSpPr>
          <p:nvPr>
            <p:ph idx="1"/>
          </p:nvPr>
        </p:nvSpPr>
        <p:spPr>
          <a:xfrm>
            <a:off x="838200" y="1112043"/>
            <a:ext cx="10515600" cy="5064920"/>
          </a:xfrm>
        </p:spPr>
        <p:txBody>
          <a:bodyPr/>
          <a:lstStyle/>
          <a:p>
            <a:r>
              <a:rPr lang="en-US" altLang="ja-JP" dirty="0"/>
              <a:t>RMI(Remote Method Invocation)</a:t>
            </a:r>
            <a:r>
              <a:rPr lang="ja-JP" altLang="en-US" dirty="0"/>
              <a:t>とは？</a:t>
            </a:r>
            <a:endParaRPr lang="en-US" altLang="ja-JP" dirty="0"/>
          </a:p>
          <a:p>
            <a:pPr lvl="1"/>
            <a:r>
              <a:rPr lang="en-US" altLang="ja-JP" dirty="0"/>
              <a:t>Java</a:t>
            </a:r>
            <a:r>
              <a:rPr lang="ja-JP" altLang="en-US" dirty="0"/>
              <a:t>のリモートマシン上のメソッド呼び出しの仕組み。</a:t>
            </a:r>
            <a:endParaRPr lang="en-US" altLang="ja-JP" dirty="0"/>
          </a:p>
          <a:p>
            <a:pPr lvl="1"/>
            <a:r>
              <a:rPr lang="ja-JP" altLang="en-US" dirty="0"/>
              <a:t>セキュリティ上の理由からデフォルトでは利用できないようになっている。</a:t>
            </a:r>
            <a:endParaRPr lang="en-US" altLang="ja-JP" dirty="0"/>
          </a:p>
          <a:p>
            <a:endParaRPr kumimoji="1" lang="en-US" altLang="ja-JP" dirty="0"/>
          </a:p>
          <a:p>
            <a:pPr lvl="1"/>
            <a:r>
              <a:rPr lang="en-US" altLang="ja-JP" dirty="0"/>
              <a:t>JRE/</a:t>
            </a:r>
            <a:r>
              <a:rPr lang="en-US" altLang="ja-JP" dirty="0" err="1"/>
              <a:t>systemd</a:t>
            </a:r>
            <a:r>
              <a:rPr lang="en-US" altLang="ja-JP" dirty="0"/>
              <a:t>/</a:t>
            </a:r>
            <a:r>
              <a:rPr lang="ja-JP" altLang="en-US" dirty="0"/>
              <a:t>名前解決</a:t>
            </a:r>
            <a:endParaRPr lang="en-US" altLang="ja-JP" dirty="0"/>
          </a:p>
          <a:p>
            <a:pPr lvl="1"/>
            <a:r>
              <a:rPr lang="ja-JP" altLang="en-US" dirty="0"/>
              <a:t>統計レポートを送れない件</a:t>
            </a:r>
            <a:endParaRPr lang="en-US" altLang="ja-JP" dirty="0"/>
          </a:p>
          <a:p>
            <a:pPr lvl="2"/>
            <a:endParaRPr kumimoji="1" lang="en-US" altLang="ja-JP" dirty="0"/>
          </a:p>
          <a:p>
            <a:r>
              <a:rPr kumimoji="1" lang="en-US" altLang="ja-JP" dirty="0"/>
              <a:t>Config</a:t>
            </a:r>
            <a:r>
              <a:rPr lang="ja-JP" altLang="en-US" dirty="0"/>
              <a:t>について</a:t>
            </a:r>
            <a:endParaRPr lang="en-US" altLang="ja-JP" dirty="0"/>
          </a:p>
          <a:p>
            <a:endParaRPr kumimoji="1" lang="ja-JP" altLang="en-US" dirty="0"/>
          </a:p>
        </p:txBody>
      </p:sp>
    </p:spTree>
    <p:extLst>
      <p:ext uri="{BB962C8B-B14F-4D97-AF65-F5344CB8AC3E}">
        <p14:creationId xmlns:p14="http://schemas.microsoft.com/office/powerpoint/2010/main" val="3433821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EB221-FC79-D6AF-415C-81E9B20016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00599D-C768-DBB7-446C-8A6D639CAE55}"/>
              </a:ext>
            </a:extLst>
          </p:cNvPr>
          <p:cNvSpPr>
            <a:spLocks noGrp="1"/>
          </p:cNvSpPr>
          <p:nvPr>
            <p:ph type="title"/>
          </p:nvPr>
        </p:nvSpPr>
        <p:spPr>
          <a:xfrm>
            <a:off x="466725" y="250030"/>
            <a:ext cx="9906000" cy="862013"/>
          </a:xfrm>
        </p:spPr>
        <p:txBody>
          <a:bodyPr/>
          <a:lstStyle/>
          <a:p>
            <a:r>
              <a:rPr kumimoji="1" lang="en-US" altLang="ja-JP" sz="3200" dirty="0"/>
              <a:t>RMI</a:t>
            </a:r>
            <a:r>
              <a:rPr kumimoji="1" lang="ja-JP" altLang="en-US" sz="3200" dirty="0"/>
              <a:t>設定周り</a:t>
            </a:r>
            <a:endParaRPr kumimoji="1" lang="ja-JP" altLang="en-US" dirty="0"/>
          </a:p>
        </p:txBody>
      </p:sp>
      <p:sp>
        <p:nvSpPr>
          <p:cNvPr id="3" name="コンテンツ プレースホルダー 2">
            <a:extLst>
              <a:ext uri="{FF2B5EF4-FFF2-40B4-BE49-F238E27FC236}">
                <a16:creationId xmlns:a16="http://schemas.microsoft.com/office/drawing/2014/main" id="{258F7CE6-E7DA-701F-A73E-59EE9AFE9D22}"/>
              </a:ext>
            </a:extLst>
          </p:cNvPr>
          <p:cNvSpPr>
            <a:spLocks noGrp="1"/>
          </p:cNvSpPr>
          <p:nvPr>
            <p:ph idx="1"/>
          </p:nvPr>
        </p:nvSpPr>
        <p:spPr/>
        <p:txBody>
          <a:bodyPr/>
          <a:lstStyle/>
          <a:p>
            <a:r>
              <a:rPr lang="ja-JP" altLang="en-US" dirty="0"/>
              <a:t>マスタースレーブ構築</a:t>
            </a:r>
            <a:endParaRPr kumimoji="1" lang="en-US" altLang="ja-JP" dirty="0"/>
          </a:p>
          <a:p>
            <a:pPr lvl="1"/>
            <a:r>
              <a:rPr lang="en-US" altLang="ja-JP" dirty="0"/>
              <a:t>JRE/</a:t>
            </a:r>
            <a:r>
              <a:rPr lang="en-US" altLang="ja-JP" dirty="0" err="1"/>
              <a:t>systemd</a:t>
            </a:r>
            <a:r>
              <a:rPr lang="en-US" altLang="ja-JP" dirty="0"/>
              <a:t>/</a:t>
            </a:r>
            <a:r>
              <a:rPr lang="ja-JP" altLang="en-US" dirty="0"/>
              <a:t>名前解決</a:t>
            </a:r>
            <a:endParaRPr lang="en-US" altLang="ja-JP" dirty="0"/>
          </a:p>
          <a:p>
            <a:pPr lvl="1"/>
            <a:r>
              <a:rPr lang="ja-JP" altLang="en-US" dirty="0"/>
              <a:t>統計レポートを送れない件</a:t>
            </a:r>
            <a:endParaRPr lang="en-US" altLang="ja-JP" dirty="0"/>
          </a:p>
          <a:p>
            <a:pPr lvl="2"/>
            <a:endParaRPr kumimoji="1" lang="en-US" altLang="ja-JP" dirty="0"/>
          </a:p>
          <a:p>
            <a:r>
              <a:rPr kumimoji="1" lang="en-US" altLang="ja-JP" dirty="0"/>
              <a:t>Config</a:t>
            </a:r>
            <a:r>
              <a:rPr lang="ja-JP" altLang="en-US" dirty="0"/>
              <a:t>について</a:t>
            </a:r>
            <a:endParaRPr lang="en-US" altLang="ja-JP" dirty="0"/>
          </a:p>
          <a:p>
            <a:endParaRPr kumimoji="1" lang="ja-JP" altLang="en-US" dirty="0"/>
          </a:p>
        </p:txBody>
      </p:sp>
    </p:spTree>
    <p:extLst>
      <p:ext uri="{BB962C8B-B14F-4D97-AF65-F5344CB8AC3E}">
        <p14:creationId xmlns:p14="http://schemas.microsoft.com/office/powerpoint/2010/main" val="350620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EC40A-CAB9-A8FD-5E1F-C364ECE102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A7C46FA-8C8B-C01D-ACE5-5E022103CF6D}"/>
              </a:ext>
            </a:extLst>
          </p:cNvPr>
          <p:cNvSpPr>
            <a:spLocks noGrp="1"/>
          </p:cNvSpPr>
          <p:nvPr>
            <p:ph type="title"/>
          </p:nvPr>
        </p:nvSpPr>
        <p:spPr>
          <a:xfrm>
            <a:off x="466725" y="250030"/>
            <a:ext cx="9906000" cy="862013"/>
          </a:xfrm>
        </p:spPr>
        <p:txBody>
          <a:bodyPr/>
          <a:lstStyle/>
          <a:p>
            <a:pPr marL="0" indent="0">
              <a:buNone/>
            </a:pPr>
            <a:r>
              <a:rPr lang="en-US" altLang="ja-JP" sz="3200" dirty="0"/>
              <a:t>JMeter</a:t>
            </a:r>
            <a:r>
              <a:rPr lang="ja-JP" altLang="en-US" sz="3200" dirty="0"/>
              <a:t>環境構築</a:t>
            </a:r>
            <a:endParaRPr lang="en-US" altLang="ja-JP" sz="3200" dirty="0"/>
          </a:p>
        </p:txBody>
      </p:sp>
      <p:sp>
        <p:nvSpPr>
          <p:cNvPr id="3" name="コンテンツ プレースホルダー 2">
            <a:extLst>
              <a:ext uri="{FF2B5EF4-FFF2-40B4-BE49-F238E27FC236}">
                <a16:creationId xmlns:a16="http://schemas.microsoft.com/office/drawing/2014/main" id="{7FAA5A7A-AAD6-8849-4D86-9A6491654249}"/>
              </a:ext>
            </a:extLst>
          </p:cNvPr>
          <p:cNvSpPr>
            <a:spLocks noGrp="1"/>
          </p:cNvSpPr>
          <p:nvPr>
            <p:ph idx="1"/>
          </p:nvPr>
        </p:nvSpPr>
        <p:spPr>
          <a:xfrm>
            <a:off x="838200" y="1112043"/>
            <a:ext cx="10515600" cy="5064920"/>
          </a:xfrm>
        </p:spPr>
        <p:txBody>
          <a:bodyPr>
            <a:normAutofit fontScale="70000" lnSpcReduction="20000"/>
          </a:bodyPr>
          <a:lstStyle/>
          <a:p>
            <a:pPr marL="0" indent="0">
              <a:buNone/>
            </a:pPr>
            <a:r>
              <a:rPr lang="en-US" altLang="ja-JP" dirty="0" err="1"/>
              <a:t>Jmeter</a:t>
            </a:r>
            <a:r>
              <a:rPr lang="ja-JP" altLang="en-US" dirty="0"/>
              <a:t>はまかせいのうが構築することが多い</a:t>
            </a:r>
            <a:r>
              <a:rPr lang="en-US" altLang="ja-JP" dirty="0"/>
              <a:t> or </a:t>
            </a:r>
            <a:r>
              <a:rPr lang="ja-JP" altLang="en-US" dirty="0"/>
              <a:t>事業部が行うときに問い合わせが来るかもしれません。実行時のエラーなどに備え、構築手順は抑えましょう</a:t>
            </a:r>
            <a:endParaRPr lang="en-US" altLang="ja-JP" dirty="0"/>
          </a:p>
          <a:p>
            <a:r>
              <a:rPr kumimoji="1" lang="en-US" altLang="ja-JP" dirty="0"/>
              <a:t>Network</a:t>
            </a:r>
            <a:r>
              <a:rPr kumimoji="1" lang="ja-JP" altLang="en-US" dirty="0"/>
              <a:t>について</a:t>
            </a:r>
            <a:endParaRPr kumimoji="1" lang="en-US" altLang="ja-JP" dirty="0"/>
          </a:p>
          <a:p>
            <a:pPr lvl="1"/>
            <a:r>
              <a:rPr kumimoji="1" lang="en-US" altLang="ja-JP" dirty="0" err="1"/>
              <a:t>Subenet</a:t>
            </a:r>
            <a:r>
              <a:rPr kumimoji="1" lang="ja-JP" altLang="en-US" dirty="0"/>
              <a:t>は同一でないと</a:t>
            </a:r>
            <a:r>
              <a:rPr lang="en-US" altLang="ja-JP" dirty="0"/>
              <a:t>RMI</a:t>
            </a:r>
            <a:r>
              <a:rPr lang="ja-JP" altLang="en-US" dirty="0"/>
              <a:t>を実行できません。</a:t>
            </a:r>
            <a:endParaRPr lang="en-US" altLang="ja-JP" dirty="0"/>
          </a:p>
          <a:p>
            <a:pPr lvl="1"/>
            <a:r>
              <a:rPr kumimoji="1" lang="en-US" altLang="ja-JP" dirty="0" err="1"/>
              <a:t>ControllerNode</a:t>
            </a:r>
            <a:r>
              <a:rPr kumimoji="1" lang="ja-JP" altLang="en-US" dirty="0"/>
              <a:t>と</a:t>
            </a:r>
            <a:r>
              <a:rPr kumimoji="1" lang="en-US" altLang="ja-JP" dirty="0" err="1"/>
              <a:t>WorkerNode</a:t>
            </a:r>
            <a:r>
              <a:rPr lang="ja-JP" altLang="en-US" dirty="0"/>
              <a:t>用に</a:t>
            </a:r>
            <a:r>
              <a:rPr kumimoji="1" lang="en-US" altLang="ja-JP" dirty="0"/>
              <a:t>DNS</a:t>
            </a:r>
            <a:r>
              <a:rPr kumimoji="1" lang="ja-JP" altLang="en-US" dirty="0"/>
              <a:t>が提供されていない場合</a:t>
            </a:r>
            <a:r>
              <a:rPr kumimoji="1" lang="en-US" altLang="ja-JP" dirty="0"/>
              <a:t>hosts</a:t>
            </a:r>
            <a:r>
              <a:rPr kumimoji="1" lang="ja-JP" altLang="en-US" dirty="0"/>
              <a:t>に書きましょう</a:t>
            </a:r>
            <a:endParaRPr kumimoji="1" lang="en-US" altLang="ja-JP" dirty="0"/>
          </a:p>
          <a:p>
            <a:r>
              <a:rPr lang="en-US" altLang="ja-JP" dirty="0" err="1"/>
              <a:t>ControllerNode</a:t>
            </a:r>
            <a:r>
              <a:rPr lang="ja-JP" altLang="en-US" dirty="0"/>
              <a:t>構築</a:t>
            </a:r>
            <a:r>
              <a:rPr lang="en-US" altLang="ja-JP" dirty="0"/>
              <a:t>(Windows) </a:t>
            </a:r>
          </a:p>
          <a:p>
            <a:pPr lvl="1"/>
            <a:r>
              <a:rPr lang="en-US" altLang="ja-JP" dirty="0"/>
              <a:t>JRE/</a:t>
            </a:r>
            <a:r>
              <a:rPr lang="en-US" altLang="ja-JP" dirty="0" err="1"/>
              <a:t>systemd</a:t>
            </a:r>
            <a:endParaRPr lang="en-US" altLang="ja-JP" dirty="0"/>
          </a:p>
          <a:p>
            <a:pPr lvl="1"/>
            <a:r>
              <a:rPr lang="ja-JP" altLang="en-US" dirty="0"/>
              <a:t>トラシュー：統計レポートを送れない件（</a:t>
            </a:r>
            <a:r>
              <a:rPr lang="en-US" altLang="ja-JP" dirty="0"/>
              <a:t>jmeter.bat</a:t>
            </a:r>
            <a:r>
              <a:rPr lang="ja-JP" altLang="en-US" dirty="0"/>
              <a:t>に「</a:t>
            </a:r>
            <a:r>
              <a:rPr lang="en-US" altLang="ja-JP" dirty="0"/>
              <a:t>-</a:t>
            </a:r>
            <a:r>
              <a:rPr lang="en-US" altLang="ja-JP" dirty="0" err="1"/>
              <a:t>Djava.rmi.server.hostname</a:t>
            </a:r>
            <a:r>
              <a:rPr lang="en-US" altLang="ja-JP" dirty="0"/>
              <a:t>=</a:t>
            </a:r>
            <a:r>
              <a:rPr lang="en-US" altLang="ja-JP" dirty="0" err="1"/>
              <a:t>xxx.xxx.xxx.xxx</a:t>
            </a:r>
            <a:r>
              <a:rPr lang="ja-JP" altLang="en-US" dirty="0"/>
              <a:t>」）を記載しないと、複数</a:t>
            </a:r>
            <a:r>
              <a:rPr lang="en-US" altLang="ja-JP" dirty="0"/>
              <a:t>NIC</a:t>
            </a:r>
            <a:r>
              <a:rPr lang="ja-JP" altLang="en-US" dirty="0"/>
              <a:t>を持っている場合結果をうまく返せないことがある</a:t>
            </a:r>
            <a:endParaRPr lang="en-US" altLang="ja-JP" dirty="0"/>
          </a:p>
          <a:p>
            <a:pPr marL="914400" lvl="2" indent="0">
              <a:buNone/>
            </a:pPr>
            <a:endParaRPr kumimoji="1" lang="en-US" altLang="ja-JP" dirty="0"/>
          </a:p>
          <a:p>
            <a:r>
              <a:rPr lang="en-US" altLang="ja-JP" dirty="0" err="1"/>
              <a:t>WorkerNode</a:t>
            </a:r>
            <a:r>
              <a:rPr lang="ja-JP" altLang="en-US" dirty="0"/>
              <a:t>構築</a:t>
            </a:r>
            <a:r>
              <a:rPr lang="en-US" altLang="ja-JP" dirty="0"/>
              <a:t>(Linux)</a:t>
            </a:r>
            <a:endParaRPr kumimoji="1" lang="en-US" altLang="ja-JP" dirty="0"/>
          </a:p>
          <a:p>
            <a:pPr lvl="1"/>
            <a:endParaRPr lang="en-US" altLang="ja-JP" dirty="0"/>
          </a:p>
          <a:p>
            <a:r>
              <a:rPr kumimoji="1" lang="en-US" altLang="ja-JP" dirty="0"/>
              <a:t>Config</a:t>
            </a:r>
            <a:r>
              <a:rPr lang="ja-JP" altLang="en-US" dirty="0"/>
              <a:t>について</a:t>
            </a:r>
            <a:endParaRPr lang="en-US" altLang="ja-JP" dirty="0"/>
          </a:p>
          <a:p>
            <a:pPr lvl="1"/>
            <a:r>
              <a:rPr lang="en-US" altLang="ja-JP" dirty="0"/>
              <a:t>RMI</a:t>
            </a:r>
            <a:r>
              <a:rPr lang="ja-JP" altLang="en-US" dirty="0"/>
              <a:t>のデフォルトでは</a:t>
            </a:r>
            <a:r>
              <a:rPr lang="en-US" altLang="ja-JP" dirty="0"/>
              <a:t>SSL</a:t>
            </a:r>
            <a:r>
              <a:rPr lang="ja-JP" altLang="en-US" dirty="0"/>
              <a:t>通信を求められるため、不要の場合</a:t>
            </a:r>
            <a:r>
              <a:rPr lang="en-US" altLang="ja-JP" dirty="0" err="1"/>
              <a:t>WorkerNode</a:t>
            </a:r>
            <a:r>
              <a:rPr lang="ja-JP" altLang="en-US" dirty="0"/>
              <a:t>の</a:t>
            </a:r>
            <a:r>
              <a:rPr lang="en-US" altLang="ja-JP" dirty="0" err="1"/>
              <a:t>jmeter.properties</a:t>
            </a:r>
            <a:r>
              <a:rPr lang="ja-JP" altLang="en-US" dirty="0"/>
              <a:t>を</a:t>
            </a:r>
            <a:r>
              <a:rPr lang="en-US" altLang="ja-JP" dirty="0" err="1"/>
              <a:t>server.rmi.ssl.disable</a:t>
            </a:r>
            <a:r>
              <a:rPr lang="en-US" altLang="ja-JP" dirty="0"/>
              <a:t>=true</a:t>
            </a:r>
            <a:r>
              <a:rPr lang="ja-JP" altLang="en-US" dirty="0"/>
              <a:t>を有効化する</a:t>
            </a:r>
            <a:endParaRPr lang="en-US" altLang="ja-JP" dirty="0"/>
          </a:p>
          <a:p>
            <a:pPr lvl="1"/>
            <a:r>
              <a:rPr lang="en-US" altLang="ja-JP" dirty="0" err="1"/>
              <a:t>kerberos</a:t>
            </a:r>
            <a:r>
              <a:rPr lang="ja-JP" altLang="en-US" dirty="0"/>
              <a:t>認証など用に認証マネージャを利用する際は、</a:t>
            </a:r>
            <a:r>
              <a:rPr lang="en-US" altLang="ja-JP" dirty="0" err="1"/>
              <a:t>WorkerNode</a:t>
            </a:r>
            <a:r>
              <a:rPr lang="ja-JP" altLang="en-US" dirty="0"/>
              <a:t>の</a:t>
            </a:r>
            <a:r>
              <a:rPr lang="en-US" altLang="ja-JP" dirty="0" err="1"/>
              <a:t>jmeter</a:t>
            </a:r>
            <a:r>
              <a:rPr lang="en-US" altLang="ja-JP" dirty="0"/>
              <a:t>-server</a:t>
            </a:r>
            <a:r>
              <a:rPr lang="ja-JP" altLang="en-US" dirty="0"/>
              <a:t>にオプションとして「</a:t>
            </a:r>
            <a:r>
              <a:rPr lang="en-US" altLang="ja-JP" dirty="0"/>
              <a:t>-</a:t>
            </a:r>
            <a:r>
              <a:rPr lang="en-US" altLang="ja-JP" dirty="0" err="1"/>
              <a:t>Djavahogehoge</a:t>
            </a:r>
            <a:r>
              <a:rPr lang="ja-JP" altLang="en-US" dirty="0"/>
              <a:t>」として</a:t>
            </a:r>
            <a:r>
              <a:rPr lang="en-US" altLang="ja-JP" dirty="0" err="1"/>
              <a:t>jaas.conf</a:t>
            </a:r>
            <a:r>
              <a:rPr lang="en-US" altLang="ja-JP" dirty="0"/>
              <a:t>/krb5.conf</a:t>
            </a:r>
            <a:r>
              <a:rPr lang="ja-JP" altLang="en-US" dirty="0"/>
              <a:t>を読み込むこと</a:t>
            </a:r>
            <a:endParaRPr lang="en-US" altLang="ja-JP" dirty="0"/>
          </a:p>
          <a:p>
            <a:pPr lvl="2"/>
            <a:r>
              <a:rPr lang="ja-JP" altLang="en-US" dirty="0"/>
              <a:t>詳細は○○ページ</a:t>
            </a:r>
            <a:endParaRPr lang="en-US" altLang="ja-JP" dirty="0"/>
          </a:p>
          <a:p>
            <a:pPr lvl="1"/>
            <a:endParaRPr lang="en-US" altLang="ja-JP" dirty="0"/>
          </a:p>
          <a:p>
            <a:endParaRPr kumimoji="1" lang="ja-JP" altLang="en-US" dirty="0"/>
          </a:p>
        </p:txBody>
      </p:sp>
    </p:spTree>
    <p:extLst>
      <p:ext uri="{BB962C8B-B14F-4D97-AF65-F5344CB8AC3E}">
        <p14:creationId xmlns:p14="http://schemas.microsoft.com/office/powerpoint/2010/main" val="2830321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230E0-D1EB-526D-0400-274B08EC9D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C51BDE-F03C-CE62-B301-66EB9B292CF2}"/>
              </a:ext>
            </a:extLst>
          </p:cNvPr>
          <p:cNvSpPr>
            <a:spLocks noGrp="1"/>
          </p:cNvSpPr>
          <p:nvPr>
            <p:ph type="title"/>
          </p:nvPr>
        </p:nvSpPr>
        <p:spPr>
          <a:xfrm>
            <a:off x="466725" y="250030"/>
            <a:ext cx="9906000" cy="862013"/>
          </a:xfrm>
        </p:spPr>
        <p:txBody>
          <a:bodyPr>
            <a:normAutofit/>
          </a:bodyPr>
          <a:lstStyle/>
          <a:p>
            <a:r>
              <a:rPr lang="ja-JP" altLang="en-US" sz="2400" dirty="0"/>
              <a:t>統計レポートをマスターに送れない</a:t>
            </a:r>
            <a:endParaRPr kumimoji="1" lang="ja-JP" altLang="en-US" sz="2400" dirty="0"/>
          </a:p>
        </p:txBody>
      </p:sp>
      <p:sp>
        <p:nvSpPr>
          <p:cNvPr id="3" name="コンテンツ プレースホルダー 2">
            <a:extLst>
              <a:ext uri="{FF2B5EF4-FFF2-40B4-BE49-F238E27FC236}">
                <a16:creationId xmlns:a16="http://schemas.microsoft.com/office/drawing/2014/main" id="{BF79192D-F2B2-C66D-EF1A-0F4044180004}"/>
              </a:ext>
            </a:extLst>
          </p:cNvPr>
          <p:cNvSpPr>
            <a:spLocks noGrp="1"/>
          </p:cNvSpPr>
          <p:nvPr>
            <p:ph idx="1"/>
          </p:nvPr>
        </p:nvSpPr>
        <p:spPr/>
        <p:txBody>
          <a:bodyPr/>
          <a:lstStyle/>
          <a:p>
            <a:r>
              <a:rPr lang="ja-JP" altLang="en-US" dirty="0"/>
              <a:t>マスタースレーブ構築</a:t>
            </a:r>
            <a:endParaRPr kumimoji="1" lang="en-US" altLang="ja-JP" dirty="0"/>
          </a:p>
          <a:p>
            <a:pPr lvl="1"/>
            <a:r>
              <a:rPr lang="en-US" altLang="ja-JP" dirty="0"/>
              <a:t>JRE/</a:t>
            </a:r>
            <a:r>
              <a:rPr lang="en-US" altLang="ja-JP" dirty="0" err="1"/>
              <a:t>systemd</a:t>
            </a:r>
            <a:r>
              <a:rPr lang="en-US" altLang="ja-JP" dirty="0"/>
              <a:t>/</a:t>
            </a:r>
            <a:r>
              <a:rPr lang="ja-JP" altLang="en-US" dirty="0"/>
              <a:t>名前解決</a:t>
            </a:r>
            <a:endParaRPr lang="en-US" altLang="ja-JP" dirty="0"/>
          </a:p>
          <a:p>
            <a:pPr lvl="1"/>
            <a:r>
              <a:rPr lang="ja-JP" altLang="en-US" dirty="0"/>
              <a:t>統計レポートを送れない件</a:t>
            </a:r>
            <a:endParaRPr lang="en-US" altLang="ja-JP" dirty="0"/>
          </a:p>
          <a:p>
            <a:pPr lvl="2"/>
            <a:endParaRPr kumimoji="1" lang="en-US" altLang="ja-JP" dirty="0"/>
          </a:p>
          <a:p>
            <a:r>
              <a:rPr kumimoji="1" lang="en-US" altLang="ja-JP" dirty="0"/>
              <a:t>Config</a:t>
            </a:r>
            <a:r>
              <a:rPr lang="ja-JP" altLang="en-US" dirty="0"/>
              <a:t>について</a:t>
            </a:r>
            <a:endParaRPr lang="en-US" altLang="ja-JP" dirty="0"/>
          </a:p>
          <a:p>
            <a:endParaRPr kumimoji="1" lang="ja-JP" altLang="en-US" dirty="0"/>
          </a:p>
        </p:txBody>
      </p:sp>
      <p:pic>
        <p:nvPicPr>
          <p:cNvPr id="5" name="図 4">
            <a:extLst>
              <a:ext uri="{FF2B5EF4-FFF2-40B4-BE49-F238E27FC236}">
                <a16:creationId xmlns:a16="http://schemas.microsoft.com/office/drawing/2014/main" id="{8ACF4888-3EAC-D61F-909E-2BE05593CFDB}"/>
              </a:ext>
            </a:extLst>
          </p:cNvPr>
          <p:cNvPicPr>
            <a:picLocks noChangeAspect="1"/>
          </p:cNvPicPr>
          <p:nvPr/>
        </p:nvPicPr>
        <p:blipFill>
          <a:blip r:embed="rId2"/>
          <a:stretch>
            <a:fillRect/>
          </a:stretch>
        </p:blipFill>
        <p:spPr>
          <a:xfrm>
            <a:off x="554419" y="930187"/>
            <a:ext cx="11083162" cy="5313845"/>
          </a:xfrm>
          <a:prstGeom prst="rect">
            <a:avLst/>
          </a:prstGeom>
        </p:spPr>
      </p:pic>
    </p:spTree>
    <p:extLst>
      <p:ext uri="{BB962C8B-B14F-4D97-AF65-F5344CB8AC3E}">
        <p14:creationId xmlns:p14="http://schemas.microsoft.com/office/powerpoint/2010/main" val="56750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43D86-DD18-7562-43E0-77B2926C029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6C4D9C-735C-E650-E91F-08A6E9658941}"/>
              </a:ext>
            </a:extLst>
          </p:cNvPr>
          <p:cNvSpPr>
            <a:spLocks noGrp="1"/>
          </p:cNvSpPr>
          <p:nvPr>
            <p:ph type="ctrTitle"/>
          </p:nvPr>
        </p:nvSpPr>
        <p:spPr/>
        <p:txBody>
          <a:bodyPr>
            <a:normAutofit/>
          </a:bodyPr>
          <a:lstStyle/>
          <a:p>
            <a:r>
              <a:rPr lang="ja-JP" altLang="en-US" dirty="0"/>
              <a:t>★</a:t>
            </a:r>
            <a:r>
              <a:rPr lang="en-US" altLang="ja-JP" dirty="0"/>
              <a:t>Kerberos</a:t>
            </a:r>
            <a:r>
              <a:rPr lang="ja-JP" altLang="en-US" dirty="0"/>
              <a:t>認証</a:t>
            </a:r>
            <a:r>
              <a:rPr kumimoji="1" lang="ja-JP" altLang="en-US" dirty="0"/>
              <a:t>と</a:t>
            </a:r>
            <a:r>
              <a:rPr kumimoji="1" lang="en-US" altLang="ja-JP" dirty="0"/>
              <a:t>JMeter</a:t>
            </a:r>
            <a:endParaRPr kumimoji="1" lang="ja-JP" altLang="en-US" dirty="0"/>
          </a:p>
        </p:txBody>
      </p:sp>
      <p:sp>
        <p:nvSpPr>
          <p:cNvPr id="3" name="字幕 2">
            <a:extLst>
              <a:ext uri="{FF2B5EF4-FFF2-40B4-BE49-F238E27FC236}">
                <a16:creationId xmlns:a16="http://schemas.microsoft.com/office/drawing/2014/main" id="{AD6E4BC5-75A4-AA38-B0ED-7FF9DCC5059F}"/>
              </a:ext>
            </a:extLst>
          </p:cNvPr>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2156785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1F8572-8E92-F37F-B3DC-CA0316FB612F}"/>
              </a:ext>
            </a:extLst>
          </p:cNvPr>
          <p:cNvSpPr>
            <a:spLocks noGrp="1"/>
          </p:cNvSpPr>
          <p:nvPr>
            <p:ph type="title"/>
          </p:nvPr>
        </p:nvSpPr>
        <p:spPr>
          <a:xfrm>
            <a:off x="838200" y="60785"/>
            <a:ext cx="10515600" cy="1325563"/>
          </a:xfrm>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069A07D9-2F8D-F549-FBE0-63A83DC292A2}"/>
              </a:ext>
            </a:extLst>
          </p:cNvPr>
          <p:cNvSpPr>
            <a:spLocks noGrp="1"/>
          </p:cNvSpPr>
          <p:nvPr>
            <p:ph idx="1"/>
          </p:nvPr>
        </p:nvSpPr>
        <p:spPr>
          <a:xfrm>
            <a:off x="838200" y="1120877"/>
            <a:ext cx="10515600" cy="5250426"/>
          </a:xfrm>
        </p:spPr>
        <p:txBody>
          <a:bodyPr>
            <a:normAutofit fontScale="92500"/>
          </a:bodyPr>
          <a:lstStyle/>
          <a:p>
            <a:r>
              <a:rPr lang="ja-JP" altLang="en-US" dirty="0"/>
              <a:t>認証認可の基礎知識</a:t>
            </a:r>
            <a:endParaRPr lang="en-US" altLang="ja-JP" dirty="0"/>
          </a:p>
          <a:p>
            <a:r>
              <a:rPr lang="ja-JP" altLang="en-US" dirty="0"/>
              <a:t>認証の種類（パスワード認証</a:t>
            </a:r>
            <a:r>
              <a:rPr lang="en-US" altLang="ja-JP" dirty="0"/>
              <a:t>/OAuth/SAML/Kerberos</a:t>
            </a:r>
            <a:r>
              <a:rPr lang="ja-JP" altLang="en-US" dirty="0"/>
              <a:t>）</a:t>
            </a:r>
            <a:endParaRPr lang="en-US" altLang="ja-JP" dirty="0"/>
          </a:p>
          <a:p>
            <a:r>
              <a:rPr lang="en-US" altLang="ja-JP" dirty="0"/>
              <a:t>Kerberos</a:t>
            </a:r>
            <a:r>
              <a:rPr lang="ja-JP" altLang="en-US" dirty="0"/>
              <a:t>認証の基本</a:t>
            </a:r>
            <a:endParaRPr lang="en-US" altLang="ja-JP" dirty="0"/>
          </a:p>
          <a:p>
            <a:pPr lvl="1"/>
            <a:r>
              <a:rPr lang="ja-JP" altLang="en-US" dirty="0"/>
              <a:t>仕組みと特徴</a:t>
            </a:r>
            <a:endParaRPr lang="en-US" altLang="ja-JP" dirty="0"/>
          </a:p>
          <a:p>
            <a:pPr lvl="1"/>
            <a:r>
              <a:rPr lang="ja-JP" altLang="en-US" dirty="0"/>
              <a:t>メリット</a:t>
            </a:r>
            <a:r>
              <a:rPr lang="en-US" altLang="ja-JP" dirty="0"/>
              <a:t>/</a:t>
            </a:r>
            <a:r>
              <a:rPr lang="ja-JP" altLang="en-US" dirty="0"/>
              <a:t>デメリット</a:t>
            </a:r>
            <a:endParaRPr lang="en-US" altLang="ja-JP" dirty="0"/>
          </a:p>
          <a:p>
            <a:r>
              <a:rPr lang="en-US" altLang="ja-JP" dirty="0"/>
              <a:t>JMeter</a:t>
            </a:r>
            <a:r>
              <a:rPr lang="ja-JP" altLang="en-US" dirty="0"/>
              <a:t>疎通が通らないときのトラブルシューティング</a:t>
            </a:r>
            <a:r>
              <a:rPr lang="en-US" altLang="ja-JP" dirty="0"/>
              <a:t>Tips</a:t>
            </a:r>
          </a:p>
          <a:p>
            <a:pPr lvl="1"/>
            <a:r>
              <a:rPr lang="en-US" altLang="ja-JP" dirty="0"/>
              <a:t>Network</a:t>
            </a:r>
            <a:r>
              <a:rPr lang="ja-JP" altLang="en-US" dirty="0"/>
              <a:t>（認証サーバ</a:t>
            </a:r>
            <a:r>
              <a:rPr lang="en-US" altLang="ja-JP" dirty="0"/>
              <a:t>/Web</a:t>
            </a:r>
            <a:r>
              <a:rPr lang="ja-JP" altLang="en-US" dirty="0"/>
              <a:t>サーバ）</a:t>
            </a:r>
            <a:endParaRPr lang="en-US" altLang="ja-JP" dirty="0"/>
          </a:p>
          <a:p>
            <a:pPr lvl="1"/>
            <a:r>
              <a:rPr lang="en-US" altLang="ja-JP" dirty="0"/>
              <a:t>SPN</a:t>
            </a:r>
            <a:r>
              <a:rPr lang="ja-JP" altLang="en-US" dirty="0"/>
              <a:t>などの設定値確認（</a:t>
            </a:r>
            <a:r>
              <a:rPr lang="en-US" altLang="ja-JP" dirty="0" err="1"/>
              <a:t>jaas.conf</a:t>
            </a:r>
            <a:r>
              <a:rPr lang="en-US" altLang="ja-JP" dirty="0"/>
              <a:t>/krb5.conf</a:t>
            </a:r>
            <a:r>
              <a:rPr lang="ja-JP" altLang="en-US" dirty="0"/>
              <a:t>）と</a:t>
            </a:r>
            <a:r>
              <a:rPr lang="en-US" altLang="ja-JP" dirty="0" err="1"/>
              <a:t>Jmeter</a:t>
            </a:r>
            <a:r>
              <a:rPr lang="ja-JP" altLang="en-US" dirty="0"/>
              <a:t>が読み込むファイル</a:t>
            </a:r>
            <a:endParaRPr lang="en-US" altLang="ja-JP" dirty="0"/>
          </a:p>
          <a:p>
            <a:r>
              <a:rPr lang="en-US" altLang="ja-JP" dirty="0"/>
              <a:t>Kerberos</a:t>
            </a:r>
            <a:r>
              <a:rPr lang="ja-JP" altLang="en-US" dirty="0"/>
              <a:t>認証実践</a:t>
            </a:r>
            <a:endParaRPr lang="en-US" altLang="ja-JP" dirty="0"/>
          </a:p>
          <a:p>
            <a:pPr lvl="1"/>
            <a:r>
              <a:rPr lang="ja-JP" altLang="en-US" dirty="0"/>
              <a:t>サーバ・クライアントインストール（</a:t>
            </a:r>
            <a:r>
              <a:rPr lang="en-US" altLang="ja-JP" dirty="0"/>
              <a:t>Both on Linux</a:t>
            </a:r>
            <a:r>
              <a:rPr lang="ja-JP" altLang="en-US" dirty="0"/>
              <a:t>）</a:t>
            </a:r>
            <a:r>
              <a:rPr lang="en-US" altLang="ja-JP" dirty="0"/>
              <a:t>/</a:t>
            </a:r>
            <a:r>
              <a:rPr lang="ja-JP" altLang="en-US" dirty="0"/>
              <a:t>必須ファイルや</a:t>
            </a:r>
            <a:r>
              <a:rPr lang="en-US" altLang="ja-JP" dirty="0"/>
              <a:t>kinit</a:t>
            </a:r>
          </a:p>
          <a:p>
            <a:pPr lvl="1"/>
            <a:r>
              <a:rPr lang="ja-JP" altLang="en-US" dirty="0"/>
              <a:t>認証イメージ</a:t>
            </a:r>
            <a:r>
              <a:rPr lang="en-US" altLang="ja-JP" dirty="0"/>
              <a:t>(Authorization</a:t>
            </a:r>
            <a:r>
              <a:rPr lang="ja-JP" altLang="en-US" dirty="0"/>
              <a:t>ヘッダー</a:t>
            </a:r>
            <a:r>
              <a:rPr lang="en-US" altLang="ja-JP" dirty="0"/>
              <a:t>)</a:t>
            </a:r>
            <a:r>
              <a:rPr lang="ja-JP" altLang="en-US" dirty="0"/>
              <a:t>と通信内容のキャプチャについて（</a:t>
            </a:r>
            <a:r>
              <a:rPr lang="en-US" altLang="ja-JP" dirty="0"/>
              <a:t>Wireshark</a:t>
            </a:r>
            <a:r>
              <a:rPr lang="ja-JP" altLang="en-US" dirty="0"/>
              <a:t>）</a:t>
            </a:r>
            <a:endParaRPr lang="en-US" altLang="ja-JP" dirty="0"/>
          </a:p>
          <a:p>
            <a:pPr lvl="1"/>
            <a:r>
              <a:rPr lang="en-US" altLang="ja-JP" dirty="0"/>
              <a:t>JMeter</a:t>
            </a:r>
            <a:r>
              <a:rPr lang="ja-JP" altLang="en-US" dirty="0"/>
              <a:t>での認証実践</a:t>
            </a:r>
            <a:r>
              <a:rPr lang="en-US" altLang="ja-JP" dirty="0"/>
              <a:t>(</a:t>
            </a:r>
            <a:r>
              <a:rPr lang="ja-JP" altLang="en-US" dirty="0"/>
              <a:t>認証マネージャ</a:t>
            </a:r>
            <a:r>
              <a:rPr lang="en-US" altLang="ja-JP" dirty="0"/>
              <a:t>/ </a:t>
            </a:r>
            <a:r>
              <a:rPr lang="en-US" altLang="ja-JP" dirty="0" err="1"/>
              <a:t>BeanShell</a:t>
            </a:r>
            <a:r>
              <a:rPr lang="en-US" altLang="ja-JP" dirty="0"/>
              <a:t> /Java)</a:t>
            </a:r>
          </a:p>
          <a:p>
            <a:endParaRPr kumimoji="1" lang="ja-JP" altLang="en-US" dirty="0"/>
          </a:p>
        </p:txBody>
      </p:sp>
    </p:spTree>
    <p:extLst>
      <p:ext uri="{BB962C8B-B14F-4D97-AF65-F5344CB8AC3E}">
        <p14:creationId xmlns:p14="http://schemas.microsoft.com/office/powerpoint/2010/main" val="4087644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C79FAE-4968-D263-0751-16DD8B1A7798}"/>
              </a:ext>
            </a:extLst>
          </p:cNvPr>
          <p:cNvSpPr>
            <a:spLocks noGrp="1"/>
          </p:cNvSpPr>
          <p:nvPr>
            <p:ph type="title"/>
          </p:nvPr>
        </p:nvSpPr>
        <p:spPr/>
        <p:txBody>
          <a:bodyPr/>
          <a:lstStyle/>
          <a:p>
            <a:r>
              <a:rPr lang="ja-JP" altLang="en-US" dirty="0"/>
              <a:t>認証認可の基礎知識</a:t>
            </a:r>
            <a:endParaRPr kumimoji="1" lang="ja-JP" altLang="en-US" dirty="0"/>
          </a:p>
        </p:txBody>
      </p:sp>
      <p:sp>
        <p:nvSpPr>
          <p:cNvPr id="3" name="コンテンツ プレースホルダー 2">
            <a:extLst>
              <a:ext uri="{FF2B5EF4-FFF2-40B4-BE49-F238E27FC236}">
                <a16:creationId xmlns:a16="http://schemas.microsoft.com/office/drawing/2014/main" id="{F291007E-D4FF-9DB0-6F7B-2DA89831AC51}"/>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4235743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3CD713-6FEC-CB62-CA60-8B14304B9541}"/>
              </a:ext>
            </a:extLst>
          </p:cNvPr>
          <p:cNvSpPr>
            <a:spLocks noGrp="1"/>
          </p:cNvSpPr>
          <p:nvPr>
            <p:ph type="title"/>
          </p:nvPr>
        </p:nvSpPr>
        <p:spPr/>
        <p:txBody>
          <a:bodyPr>
            <a:normAutofit/>
          </a:bodyPr>
          <a:lstStyle/>
          <a:p>
            <a:r>
              <a:rPr lang="ja-JP" altLang="en-US" sz="3200" dirty="0"/>
              <a:t>認証の種類（パスワード認証</a:t>
            </a:r>
            <a:r>
              <a:rPr lang="en-US" altLang="ja-JP" sz="3200" dirty="0"/>
              <a:t>/OAuth/SAML/Kerberos</a:t>
            </a:r>
            <a:r>
              <a:rPr lang="ja-JP" altLang="en-US" sz="3200" dirty="0"/>
              <a:t>）</a:t>
            </a:r>
            <a:endParaRPr kumimoji="1" lang="ja-JP" altLang="en-US" sz="3200" dirty="0"/>
          </a:p>
        </p:txBody>
      </p:sp>
      <p:sp>
        <p:nvSpPr>
          <p:cNvPr id="3" name="コンテンツ プレースホルダー 2">
            <a:extLst>
              <a:ext uri="{FF2B5EF4-FFF2-40B4-BE49-F238E27FC236}">
                <a16:creationId xmlns:a16="http://schemas.microsoft.com/office/drawing/2014/main" id="{71A76139-DA54-881C-856C-AE826F7955AA}"/>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3391769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3BB35-A118-9E6B-1E76-DF9F8C9E95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6CF816-8741-79EB-A4A8-020E62387655}"/>
              </a:ext>
            </a:extLst>
          </p:cNvPr>
          <p:cNvSpPr>
            <a:spLocks noGrp="1"/>
          </p:cNvSpPr>
          <p:nvPr>
            <p:ph type="title"/>
          </p:nvPr>
        </p:nvSpPr>
        <p:spPr>
          <a:xfrm>
            <a:off x="466725" y="250030"/>
            <a:ext cx="9906000" cy="862013"/>
          </a:xfrm>
        </p:spPr>
        <p:txBody>
          <a:bodyPr/>
          <a:lstStyle/>
          <a:p>
            <a:pPr marL="0" indent="0">
              <a:buNone/>
            </a:pPr>
            <a:r>
              <a:rPr lang="en-US" altLang="ja-JP" sz="3200" dirty="0"/>
              <a:t>Kerberos</a:t>
            </a:r>
            <a:r>
              <a:rPr lang="ja-JP" altLang="en-US" sz="3200" dirty="0"/>
              <a:t>認証の基本</a:t>
            </a:r>
            <a:endParaRPr lang="en-US" altLang="ja-JP" sz="3200" dirty="0"/>
          </a:p>
        </p:txBody>
      </p:sp>
      <p:sp>
        <p:nvSpPr>
          <p:cNvPr id="3" name="コンテンツ プレースホルダー 2">
            <a:extLst>
              <a:ext uri="{FF2B5EF4-FFF2-40B4-BE49-F238E27FC236}">
                <a16:creationId xmlns:a16="http://schemas.microsoft.com/office/drawing/2014/main" id="{AF7A00D4-6CEA-21D1-4369-82A5A98BFBBC}"/>
              </a:ext>
            </a:extLst>
          </p:cNvPr>
          <p:cNvSpPr>
            <a:spLocks noGrp="1"/>
          </p:cNvSpPr>
          <p:nvPr>
            <p:ph idx="1"/>
          </p:nvPr>
        </p:nvSpPr>
        <p:spPr>
          <a:xfrm>
            <a:off x="838200" y="1112043"/>
            <a:ext cx="10515600" cy="5064920"/>
          </a:xfrm>
        </p:spPr>
        <p:txBody>
          <a:bodyPr>
            <a:normAutofit fontScale="77500" lnSpcReduction="20000"/>
          </a:bodyPr>
          <a:lstStyle/>
          <a:p>
            <a:r>
              <a:rPr kumimoji="1" lang="ja-JP" altLang="en-US" dirty="0"/>
              <a:t>単語や概要を抑えよう</a:t>
            </a:r>
            <a:endParaRPr kumimoji="1" lang="en-US" altLang="ja-JP" dirty="0"/>
          </a:p>
          <a:p>
            <a:pPr marL="0" indent="0">
              <a:buNone/>
            </a:pPr>
            <a:r>
              <a:rPr kumimoji="1" lang="en-US" altLang="ja-JP" dirty="0">
                <a:hlinkClick r:id="rId2"/>
              </a:rPr>
              <a:t>https://www.infraexpert.com/study/security18.html#google_vignette</a:t>
            </a:r>
            <a:endParaRPr kumimoji="1" lang="en-US" altLang="ja-JP" dirty="0"/>
          </a:p>
          <a:p>
            <a:pPr marL="0" indent="0">
              <a:buNone/>
            </a:pPr>
            <a:r>
              <a:rPr lang="en-US" altLang="ja-JP" dirty="0"/>
              <a:t>	</a:t>
            </a:r>
            <a:r>
              <a:rPr lang="ja-JP" altLang="en-US" dirty="0"/>
              <a:t>→統合</a:t>
            </a:r>
            <a:r>
              <a:rPr lang="en-US" altLang="ja-JP" dirty="0"/>
              <a:t>Windows</a:t>
            </a:r>
            <a:r>
              <a:rPr lang="ja-JP" altLang="en-US" dirty="0"/>
              <a:t>認証</a:t>
            </a:r>
            <a:endParaRPr kumimoji="1" lang="en-US" altLang="ja-JP" dirty="0"/>
          </a:p>
          <a:p>
            <a:r>
              <a:rPr lang="en-US" altLang="ja-JP" dirty="0"/>
              <a:t>Kerberos</a:t>
            </a:r>
            <a:r>
              <a:rPr lang="ja-JP" altLang="en-US" dirty="0"/>
              <a:t>認証は主に</a:t>
            </a:r>
            <a:r>
              <a:rPr lang="en-US" altLang="ja-JP" dirty="0"/>
              <a:t>SSO</a:t>
            </a:r>
            <a:r>
              <a:rPr lang="ja-JP" altLang="en-US" dirty="0"/>
              <a:t>などで利用されます。</a:t>
            </a:r>
            <a:r>
              <a:rPr lang="en-US" altLang="ja-JP" dirty="0"/>
              <a:t>SSO</a:t>
            </a:r>
            <a:r>
              <a:rPr lang="ja-JP" altLang="en-US" dirty="0"/>
              <a:t>はメリットデメリットがあり、</a:t>
            </a:r>
            <a:r>
              <a:rPr lang="en-US" altLang="ja-JP" dirty="0"/>
              <a:t>LAN</a:t>
            </a:r>
            <a:r>
              <a:rPr lang="ja-JP" altLang="en-US" dirty="0"/>
              <a:t>内の認証では</a:t>
            </a:r>
            <a:r>
              <a:rPr lang="en-US" altLang="ja-JP" dirty="0"/>
              <a:t>Kerberos</a:t>
            </a:r>
            <a:r>
              <a:rPr lang="ja-JP" altLang="en-US" dirty="0"/>
              <a:t>認証が使われやすく、このためまかせいのうメンバーがまず覚えておくべき認証方式かもしれません。（</a:t>
            </a:r>
            <a:r>
              <a:rPr lang="en-US" altLang="ja-JP" dirty="0"/>
              <a:t>AD</a:t>
            </a:r>
            <a:r>
              <a:rPr lang="ja-JP" altLang="en-US" dirty="0"/>
              <a:t>もよく使われますね）</a:t>
            </a:r>
            <a:endParaRPr lang="en-US" altLang="ja-JP" dirty="0"/>
          </a:p>
          <a:p>
            <a:endParaRPr lang="en-US" altLang="ja-JP" dirty="0"/>
          </a:p>
          <a:p>
            <a:r>
              <a:rPr lang="en-US" altLang="ja-JP" dirty="0"/>
              <a:t>Kerberos</a:t>
            </a:r>
            <a:r>
              <a:rPr lang="ja-JP" altLang="en-US" dirty="0"/>
              <a:t>認証では</a:t>
            </a:r>
            <a:r>
              <a:rPr lang="en-US" altLang="ja-JP" dirty="0"/>
              <a:t>Negotiate</a:t>
            </a:r>
            <a:r>
              <a:rPr lang="ja-JP" altLang="en-US" dirty="0"/>
              <a:t>認証が利用されます。</a:t>
            </a:r>
            <a:r>
              <a:rPr lang="en-US" altLang="ja-JP" dirty="0"/>
              <a:t>Authorization</a:t>
            </a:r>
            <a:r>
              <a:rPr lang="ja-JP" altLang="en-US" dirty="0"/>
              <a:t>ヘッダーに</a:t>
            </a:r>
            <a:r>
              <a:rPr lang="en-US" altLang="ja-JP" dirty="0" err="1"/>
              <a:t>hogehoge</a:t>
            </a:r>
            <a:endParaRPr lang="en-US" altLang="ja-JP" dirty="0"/>
          </a:p>
          <a:p>
            <a:endParaRPr kumimoji="1" lang="en-US" altLang="ja-JP" dirty="0"/>
          </a:p>
          <a:p>
            <a:r>
              <a:rPr kumimoji="1" lang="ja-JP" altLang="en-US" dirty="0"/>
              <a:t>その他認証：</a:t>
            </a:r>
            <a:endParaRPr kumimoji="1" lang="en-US" altLang="ja-JP" dirty="0"/>
          </a:p>
          <a:p>
            <a:pPr lvl="1"/>
            <a:r>
              <a:rPr lang="en-US" altLang="ja-JP" dirty="0"/>
              <a:t>Oauth2.0(Bearer Authentication)</a:t>
            </a:r>
          </a:p>
          <a:p>
            <a:pPr lvl="2"/>
            <a:r>
              <a:rPr lang="en-US" altLang="ja-JP" dirty="0">
                <a:hlinkClick r:id="rId3"/>
              </a:rPr>
              <a:t>https://qiita.com/h_tyokinuhata/items/ab8e0337085997be04b1</a:t>
            </a:r>
            <a:endParaRPr lang="en-US" altLang="ja-JP" dirty="0"/>
          </a:p>
          <a:p>
            <a:pPr lvl="1"/>
            <a:r>
              <a:rPr lang="en-US" altLang="ja-JP" dirty="0"/>
              <a:t>Dive into HTTP Authentication schemes — (Bearer and Negotiate)</a:t>
            </a:r>
          </a:p>
          <a:p>
            <a:pPr lvl="2"/>
            <a:r>
              <a:rPr kumimoji="1" lang="en-US" altLang="ja-JP" dirty="0">
                <a:hlinkClick r:id="rId4"/>
              </a:rPr>
              <a:t>https://medium.com/@jeevithajayakumar10/dive-into-http-authentication-schemes-bearer-and-negotiate-e57d9f49fb5d</a:t>
            </a:r>
            <a:endParaRPr kumimoji="1" lang="en-US" altLang="ja-JP" dirty="0"/>
          </a:p>
        </p:txBody>
      </p:sp>
    </p:spTree>
    <p:extLst>
      <p:ext uri="{BB962C8B-B14F-4D97-AF65-F5344CB8AC3E}">
        <p14:creationId xmlns:p14="http://schemas.microsoft.com/office/powerpoint/2010/main" val="3138525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47F50E-AEE4-A611-8793-20BF4FF4387A}"/>
              </a:ext>
            </a:extLst>
          </p:cNvPr>
          <p:cNvSpPr>
            <a:spLocks noGrp="1"/>
          </p:cNvSpPr>
          <p:nvPr>
            <p:ph type="title"/>
          </p:nvPr>
        </p:nvSpPr>
        <p:spPr/>
        <p:txBody>
          <a:bodyPr/>
          <a:lstStyle/>
          <a:p>
            <a:r>
              <a:rPr lang="en-US" altLang="ja-JP" dirty="0"/>
              <a:t>Kerberos</a:t>
            </a:r>
            <a:r>
              <a:rPr lang="ja-JP" altLang="en-US" dirty="0"/>
              <a:t>認証実践</a:t>
            </a:r>
            <a:endParaRPr kumimoji="1" lang="ja-JP" altLang="en-US" dirty="0"/>
          </a:p>
        </p:txBody>
      </p:sp>
      <p:sp>
        <p:nvSpPr>
          <p:cNvPr id="3" name="コンテンツ プレースホルダー 2">
            <a:extLst>
              <a:ext uri="{FF2B5EF4-FFF2-40B4-BE49-F238E27FC236}">
                <a16:creationId xmlns:a16="http://schemas.microsoft.com/office/drawing/2014/main" id="{1F1513C3-A829-AA08-EEC3-7CAF5F08FD32}"/>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58235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8A796E-1407-58FC-DE57-36D2A93AAB3F}"/>
              </a:ext>
            </a:extLst>
          </p:cNvPr>
          <p:cNvSpPr>
            <a:spLocks noGrp="1"/>
          </p:cNvSpPr>
          <p:nvPr>
            <p:ph type="title"/>
          </p:nvPr>
        </p:nvSpPr>
        <p:spPr/>
        <p:txBody>
          <a:bodyPr>
            <a:normAutofit/>
          </a:bodyPr>
          <a:lstStyle/>
          <a:p>
            <a:r>
              <a:rPr lang="en-US" altLang="ja-JP" dirty="0"/>
              <a:t>JMeter</a:t>
            </a:r>
            <a:r>
              <a:rPr lang="ja-JP" altLang="en-US" dirty="0"/>
              <a:t>疎通が通らないときのトラブルシューティング</a:t>
            </a:r>
            <a:r>
              <a:rPr lang="en-US" altLang="ja-JP" dirty="0"/>
              <a:t>Tips</a:t>
            </a:r>
            <a:endParaRPr kumimoji="1" lang="ja-JP" altLang="en-US" dirty="0"/>
          </a:p>
        </p:txBody>
      </p:sp>
      <p:sp>
        <p:nvSpPr>
          <p:cNvPr id="3" name="コンテンツ プレースホルダー 2">
            <a:extLst>
              <a:ext uri="{FF2B5EF4-FFF2-40B4-BE49-F238E27FC236}">
                <a16:creationId xmlns:a16="http://schemas.microsoft.com/office/drawing/2014/main" id="{B655C3E4-BF2D-147F-8250-F1D472314C4F}"/>
              </a:ext>
            </a:extLst>
          </p:cNvPr>
          <p:cNvSpPr>
            <a:spLocks noGrp="1"/>
          </p:cNvSpPr>
          <p:nvPr>
            <p:ph idx="1"/>
          </p:nvPr>
        </p:nvSpPr>
        <p:spPr/>
        <p:txBody>
          <a:bodyPr>
            <a:normAutofit lnSpcReduction="10000"/>
          </a:bodyPr>
          <a:lstStyle/>
          <a:p>
            <a:pPr marL="0" indent="0">
              <a:buNone/>
            </a:pPr>
            <a:r>
              <a:rPr lang="en-US" altLang="ja-JP" dirty="0"/>
              <a:t>JMeter</a:t>
            </a:r>
            <a:r>
              <a:rPr lang="ja-JP" altLang="en-US" dirty="0"/>
              <a:t>から疎通が通らない場合、以下の２つのパターンが最も可能性が高いかと思います。</a:t>
            </a:r>
            <a:endParaRPr lang="en-US" altLang="ja-JP" dirty="0"/>
          </a:p>
          <a:p>
            <a:pPr marL="0" indent="0">
              <a:buNone/>
            </a:pPr>
            <a:r>
              <a:rPr lang="ja-JP" altLang="en-US" dirty="0"/>
              <a:t>パターン①：</a:t>
            </a:r>
            <a:r>
              <a:rPr lang="en-US" altLang="ja-JP" dirty="0"/>
              <a:t>Network</a:t>
            </a:r>
            <a:r>
              <a:rPr lang="ja-JP" altLang="en-US" dirty="0"/>
              <a:t>の問題</a:t>
            </a:r>
            <a:endParaRPr lang="en-US" altLang="ja-JP" dirty="0"/>
          </a:p>
          <a:p>
            <a:pPr marL="0" indent="0">
              <a:buNone/>
            </a:pPr>
            <a:r>
              <a:rPr kumimoji="1" lang="ja-JP" altLang="en-US" dirty="0"/>
              <a:t>パターン②：クライアント設定</a:t>
            </a:r>
            <a:endParaRPr kumimoji="1" lang="en-US" altLang="ja-JP" dirty="0"/>
          </a:p>
          <a:p>
            <a:pPr marL="0" indent="0">
              <a:buNone/>
            </a:pPr>
            <a:r>
              <a:rPr lang="en-US" altLang="ja-JP" dirty="0"/>
              <a:t>		</a:t>
            </a:r>
            <a:r>
              <a:rPr lang="ja-JP" altLang="en-US" dirty="0"/>
              <a:t>・</a:t>
            </a:r>
            <a:r>
              <a:rPr lang="en-US" altLang="ja-JP" dirty="0" err="1"/>
              <a:t>jass.conf</a:t>
            </a:r>
            <a:r>
              <a:rPr lang="en-US" altLang="ja-JP" dirty="0"/>
              <a:t>/krb5.conf</a:t>
            </a:r>
            <a:r>
              <a:rPr lang="ja-JP" altLang="en-US" dirty="0"/>
              <a:t>（</a:t>
            </a:r>
            <a:r>
              <a:rPr lang="en-US" altLang="ja-JP" dirty="0"/>
              <a:t>SPN</a:t>
            </a:r>
            <a:r>
              <a:rPr lang="ja-JP" altLang="en-US" dirty="0"/>
              <a:t>など）の設定値</a:t>
            </a:r>
            <a:endParaRPr lang="en-US" altLang="ja-JP" dirty="0"/>
          </a:p>
          <a:p>
            <a:pPr marL="0" indent="0">
              <a:buNone/>
            </a:pPr>
            <a:r>
              <a:rPr lang="en-US" altLang="ja-JP" dirty="0"/>
              <a:t>		</a:t>
            </a:r>
            <a:r>
              <a:rPr lang="ja-JP" altLang="en-US" dirty="0"/>
              <a:t>・必須ファイルが読み込めていない</a:t>
            </a:r>
            <a:endParaRPr lang="en-US" altLang="ja-JP" dirty="0"/>
          </a:p>
          <a:p>
            <a:pPr marL="0" indent="0">
              <a:buNone/>
            </a:pPr>
            <a:r>
              <a:rPr kumimoji="1" lang="en-US" altLang="ja-JP" dirty="0"/>
              <a:t>		</a:t>
            </a:r>
            <a:r>
              <a:rPr kumimoji="1" lang="ja-JP" altLang="en-US" dirty="0"/>
              <a:t>・クライアント側モジュール（</a:t>
            </a:r>
            <a:r>
              <a:rPr kumimoji="1" lang="en-US" altLang="ja-JP"/>
              <a:t>Waffle/</a:t>
            </a:r>
            <a:r>
              <a:rPr kumimoji="1" lang="ja-JP" altLang="en-US"/>
              <a:t>）</a:t>
            </a:r>
            <a:endParaRPr kumimoji="1" lang="en-US" altLang="ja-JP" dirty="0"/>
          </a:p>
          <a:p>
            <a:pPr marL="0" indent="0">
              <a:buNone/>
            </a:pPr>
            <a:endParaRPr lang="en-US" altLang="ja-JP" dirty="0"/>
          </a:p>
          <a:p>
            <a:pPr marL="0" indent="0">
              <a:buNone/>
            </a:pPr>
            <a:r>
              <a:rPr kumimoji="1" lang="ja-JP" altLang="en-US" dirty="0"/>
              <a:t>それぞれトラブルシューティングイメージを記載します</a:t>
            </a:r>
            <a:endParaRPr kumimoji="1" lang="en-US" altLang="ja-JP" dirty="0"/>
          </a:p>
        </p:txBody>
      </p:sp>
    </p:spTree>
    <p:extLst>
      <p:ext uri="{BB962C8B-B14F-4D97-AF65-F5344CB8AC3E}">
        <p14:creationId xmlns:p14="http://schemas.microsoft.com/office/powerpoint/2010/main" val="3961151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AFA14-00F8-02EF-2271-F332D6F415E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1B71F43-98B0-5E8B-7780-E6D93EBA5679}"/>
              </a:ext>
            </a:extLst>
          </p:cNvPr>
          <p:cNvSpPr>
            <a:spLocks noGrp="1"/>
          </p:cNvSpPr>
          <p:nvPr>
            <p:ph type="title"/>
          </p:nvPr>
        </p:nvSpPr>
        <p:spPr/>
        <p:txBody>
          <a:bodyPr>
            <a:normAutofit/>
          </a:bodyPr>
          <a:lstStyle/>
          <a:p>
            <a:r>
              <a:rPr lang="en-US" altLang="ja-JP" dirty="0"/>
              <a:t>JMeter</a:t>
            </a:r>
            <a:r>
              <a:rPr lang="ja-JP" altLang="en-US" dirty="0"/>
              <a:t>疎通が通らないときのトラブルシューティング</a:t>
            </a:r>
            <a:r>
              <a:rPr lang="en-US" altLang="ja-JP" dirty="0"/>
              <a:t>Tips ~ Network ~</a:t>
            </a:r>
            <a:endParaRPr kumimoji="1" lang="ja-JP" altLang="en-US" dirty="0"/>
          </a:p>
        </p:txBody>
      </p:sp>
      <p:sp>
        <p:nvSpPr>
          <p:cNvPr id="3" name="コンテンツ プレースホルダー 2">
            <a:extLst>
              <a:ext uri="{FF2B5EF4-FFF2-40B4-BE49-F238E27FC236}">
                <a16:creationId xmlns:a16="http://schemas.microsoft.com/office/drawing/2014/main" id="{361689F8-FA8B-2835-E644-BCAFEFB75C51}"/>
              </a:ext>
            </a:extLst>
          </p:cNvPr>
          <p:cNvSpPr>
            <a:spLocks noGrp="1"/>
          </p:cNvSpPr>
          <p:nvPr>
            <p:ph idx="1"/>
          </p:nvPr>
        </p:nvSpPr>
        <p:spPr>
          <a:xfrm>
            <a:off x="640326" y="1825625"/>
            <a:ext cx="10911348" cy="4351338"/>
          </a:xfrm>
        </p:spPr>
        <p:txBody>
          <a:bodyPr>
            <a:normAutofit/>
          </a:bodyPr>
          <a:lstStyle/>
          <a:p>
            <a:pPr marL="0" indent="0">
              <a:buNone/>
            </a:pPr>
            <a:r>
              <a:rPr kumimoji="1" lang="ja-JP" altLang="en-US" dirty="0"/>
              <a:t>まずはそもそも</a:t>
            </a:r>
            <a:r>
              <a:rPr kumimoji="1" lang="en-US" altLang="ja-JP" dirty="0"/>
              <a:t>JMeter</a:t>
            </a:r>
            <a:r>
              <a:rPr lang="ja-JP" altLang="en-US" dirty="0"/>
              <a:t>から</a:t>
            </a:r>
            <a:r>
              <a:rPr lang="en-US" altLang="ja-JP" dirty="0"/>
              <a:t>Web</a:t>
            </a:r>
            <a:r>
              <a:rPr lang="ja-JP" altLang="en-US" dirty="0"/>
              <a:t>へ通信できるかを確認しましょう</a:t>
            </a:r>
            <a:endParaRPr lang="en-US" altLang="ja-JP" dirty="0"/>
          </a:p>
          <a:p>
            <a:pPr marL="0" indent="0">
              <a:buNone/>
            </a:pPr>
            <a:r>
              <a:rPr lang="ja-JP" altLang="en-US" dirty="0"/>
              <a:t>ブラウザや</a:t>
            </a:r>
            <a:r>
              <a:rPr lang="en-US" altLang="ja-JP" dirty="0"/>
              <a:t>curl</a:t>
            </a:r>
            <a:r>
              <a:rPr lang="ja-JP" altLang="en-US" dirty="0"/>
              <a:t>コマンドで通信ができない場合、そもそも通信を通すよう環境を整えなければなりません。</a:t>
            </a:r>
            <a:endParaRPr lang="en-US" altLang="ja-JP" dirty="0"/>
          </a:p>
          <a:p>
            <a:pPr marL="0" indent="0">
              <a:buNone/>
            </a:pPr>
            <a:r>
              <a:rPr kumimoji="1" lang="ja-JP" altLang="en-US" dirty="0"/>
              <a:t>・</a:t>
            </a:r>
            <a:r>
              <a:rPr kumimoji="1" lang="en-US" altLang="ja-JP" dirty="0"/>
              <a:t>curl </a:t>
            </a:r>
            <a:r>
              <a:rPr kumimoji="1" lang="en-US" altLang="ja-JP" dirty="0">
                <a:hlinkClick r:id="rId2"/>
              </a:rPr>
              <a:t>http://Webserver</a:t>
            </a:r>
            <a:endParaRPr kumimoji="1" lang="en-US" altLang="ja-JP" dirty="0"/>
          </a:p>
          <a:p>
            <a:pPr marL="0" indent="0">
              <a:buNone/>
            </a:pPr>
            <a:endParaRPr lang="en-US" altLang="ja-JP" dirty="0"/>
          </a:p>
          <a:p>
            <a:pPr marL="0" indent="0">
              <a:buNone/>
            </a:pPr>
            <a:r>
              <a:rPr kumimoji="1" lang="en-US" altLang="ja-JP" dirty="0"/>
              <a:t>LB</a:t>
            </a:r>
            <a:r>
              <a:rPr kumimoji="1" lang="ja-JP" altLang="en-US" dirty="0"/>
              <a:t>や名前解決など</a:t>
            </a:r>
            <a:endParaRPr kumimoji="1" lang="en-US" altLang="ja-JP" dirty="0"/>
          </a:p>
          <a:p>
            <a:pPr marL="0" indent="0">
              <a:buNone/>
            </a:pPr>
            <a:endParaRPr lang="en-US" altLang="ja-JP" dirty="0"/>
          </a:p>
          <a:p>
            <a:pPr marL="0" indent="0">
              <a:buNone/>
            </a:pPr>
            <a:endParaRPr kumimoji="1" lang="en-US" altLang="ja-JP" dirty="0"/>
          </a:p>
        </p:txBody>
      </p:sp>
    </p:spTree>
    <p:extLst>
      <p:ext uri="{BB962C8B-B14F-4D97-AF65-F5344CB8AC3E}">
        <p14:creationId xmlns:p14="http://schemas.microsoft.com/office/powerpoint/2010/main" val="1319213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87AC7-7E3D-47CF-E19B-5A45279132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90F3643-7A6F-7E30-F497-6C5E5B5D5C56}"/>
              </a:ext>
            </a:extLst>
          </p:cNvPr>
          <p:cNvSpPr>
            <a:spLocks noGrp="1"/>
          </p:cNvSpPr>
          <p:nvPr>
            <p:ph type="title"/>
          </p:nvPr>
        </p:nvSpPr>
        <p:spPr>
          <a:xfrm>
            <a:off x="466725" y="250030"/>
            <a:ext cx="9906000" cy="862013"/>
          </a:xfrm>
        </p:spPr>
        <p:txBody>
          <a:bodyPr/>
          <a:lstStyle/>
          <a:p>
            <a:pPr marL="0" indent="0">
              <a:buNone/>
            </a:pPr>
            <a:r>
              <a:rPr lang="en-US" altLang="ja-JP" sz="3200" dirty="0"/>
              <a:t>Kerberos</a:t>
            </a:r>
            <a:r>
              <a:rPr lang="ja-JP" altLang="en-US" sz="3200" dirty="0"/>
              <a:t>認証</a:t>
            </a:r>
            <a:endParaRPr lang="en-US" altLang="ja-JP" sz="3200" dirty="0"/>
          </a:p>
        </p:txBody>
      </p:sp>
      <p:sp>
        <p:nvSpPr>
          <p:cNvPr id="3" name="コンテンツ プレースホルダー 2">
            <a:extLst>
              <a:ext uri="{FF2B5EF4-FFF2-40B4-BE49-F238E27FC236}">
                <a16:creationId xmlns:a16="http://schemas.microsoft.com/office/drawing/2014/main" id="{EA02474A-FA85-B4D5-5513-9C4D9535ED37}"/>
              </a:ext>
            </a:extLst>
          </p:cNvPr>
          <p:cNvSpPr>
            <a:spLocks noGrp="1"/>
          </p:cNvSpPr>
          <p:nvPr>
            <p:ph idx="1"/>
          </p:nvPr>
        </p:nvSpPr>
        <p:spPr>
          <a:xfrm>
            <a:off x="838200" y="1112043"/>
            <a:ext cx="10515600" cy="5064920"/>
          </a:xfrm>
        </p:spPr>
        <p:txBody>
          <a:bodyPr>
            <a:normAutofit/>
          </a:bodyPr>
          <a:lstStyle/>
          <a:p>
            <a:r>
              <a:rPr kumimoji="1" lang="en-US" altLang="ja-JP" dirty="0"/>
              <a:t>Config</a:t>
            </a:r>
            <a:r>
              <a:rPr lang="ja-JP" altLang="en-US" dirty="0"/>
              <a:t>について</a:t>
            </a:r>
            <a:endParaRPr lang="en-US" altLang="ja-JP" dirty="0"/>
          </a:p>
          <a:p>
            <a:pPr lvl="1"/>
            <a:r>
              <a:rPr lang="en-US" altLang="ja-JP" dirty="0" err="1"/>
              <a:t>kerberos</a:t>
            </a:r>
            <a:r>
              <a:rPr lang="ja-JP" altLang="en-US" dirty="0"/>
              <a:t>認証など用に認証マネージャを利用する際は、</a:t>
            </a:r>
            <a:r>
              <a:rPr lang="en-US" altLang="ja-JP" dirty="0" err="1"/>
              <a:t>WorkerNode</a:t>
            </a:r>
            <a:r>
              <a:rPr lang="ja-JP" altLang="en-US" dirty="0"/>
              <a:t>の</a:t>
            </a:r>
            <a:r>
              <a:rPr lang="en-US" altLang="ja-JP" dirty="0" err="1"/>
              <a:t>jmeter</a:t>
            </a:r>
            <a:r>
              <a:rPr lang="en-US" altLang="ja-JP" dirty="0"/>
              <a:t>-server</a:t>
            </a:r>
            <a:r>
              <a:rPr lang="ja-JP" altLang="en-US" dirty="0"/>
              <a:t>にオプションとして「</a:t>
            </a:r>
            <a:r>
              <a:rPr lang="en-US" altLang="ja-JP" dirty="0"/>
              <a:t>-</a:t>
            </a:r>
            <a:r>
              <a:rPr lang="en-US" altLang="ja-JP" dirty="0" err="1"/>
              <a:t>Djavahogehoge</a:t>
            </a:r>
            <a:r>
              <a:rPr lang="ja-JP" altLang="en-US" dirty="0"/>
              <a:t>」として</a:t>
            </a:r>
            <a:r>
              <a:rPr lang="en-US" altLang="ja-JP" dirty="0" err="1"/>
              <a:t>jaas.conf</a:t>
            </a:r>
            <a:r>
              <a:rPr lang="en-US" altLang="ja-JP" dirty="0"/>
              <a:t>/krb5.conf</a:t>
            </a:r>
            <a:r>
              <a:rPr lang="ja-JP" altLang="en-US" dirty="0"/>
              <a:t>を読み込むこと</a:t>
            </a:r>
            <a:endParaRPr lang="en-US" altLang="ja-JP" dirty="0"/>
          </a:p>
          <a:p>
            <a:pPr lvl="2"/>
            <a:r>
              <a:rPr lang="ja-JP" altLang="en-US" dirty="0"/>
              <a:t>詳細は○○ページ</a:t>
            </a:r>
            <a:endParaRPr lang="en-US" altLang="ja-JP" dirty="0"/>
          </a:p>
          <a:p>
            <a:pPr lvl="1"/>
            <a:endParaRPr lang="en-US" altLang="ja-JP" dirty="0"/>
          </a:p>
          <a:p>
            <a:r>
              <a:rPr kumimoji="1" lang="en-US" altLang="ja-JP" dirty="0" err="1"/>
              <a:t>jaas.conf</a:t>
            </a:r>
            <a:r>
              <a:rPr kumimoji="1" lang="ja-JP" altLang="en-US" dirty="0"/>
              <a:t>は業務Ｔや基盤チームから受領するかもしれません。</a:t>
            </a:r>
            <a:r>
              <a:rPr kumimoji="1" lang="en-US" altLang="ja-JP" dirty="0" err="1"/>
              <a:t>Jmeter</a:t>
            </a:r>
            <a:r>
              <a:rPr kumimoji="1" lang="ja-JP" altLang="en-US" dirty="0"/>
              <a:t>では</a:t>
            </a:r>
            <a:r>
              <a:rPr kumimoji="1" lang="en-US" altLang="ja-JP" dirty="0" err="1"/>
              <a:t>jmeter.properties</a:t>
            </a:r>
            <a:r>
              <a:rPr kumimoji="1" lang="ja-JP" altLang="en-US" dirty="0"/>
              <a:t>に「</a:t>
            </a:r>
            <a:r>
              <a:rPr kumimoji="1" lang="en-US" altLang="ja-JP" dirty="0" err="1"/>
              <a:t>kerberos_jaas_application</a:t>
            </a:r>
            <a:r>
              <a:rPr kumimoji="1" lang="en-US" altLang="ja-JP" dirty="0"/>
              <a:t>=JMeter</a:t>
            </a:r>
            <a:r>
              <a:rPr kumimoji="1" lang="ja-JP" altLang="en-US" dirty="0"/>
              <a:t>」がデフォルトとして記載されているため、</a:t>
            </a:r>
            <a:r>
              <a:rPr kumimoji="1" lang="en-US" altLang="ja-JP" dirty="0" err="1"/>
              <a:t>jaas.conf</a:t>
            </a:r>
            <a:r>
              <a:rPr kumimoji="1" lang="ja-JP" altLang="en-US" dirty="0"/>
              <a:t>に記載されているアプリケーションのモジュール名を</a:t>
            </a:r>
            <a:r>
              <a:rPr kumimoji="1" lang="en-US" altLang="ja-JP" dirty="0"/>
              <a:t>JMeter</a:t>
            </a:r>
            <a:r>
              <a:rPr kumimoji="1" lang="ja-JP" altLang="en-US" dirty="0"/>
              <a:t>に合わせるか、</a:t>
            </a:r>
            <a:r>
              <a:rPr kumimoji="1" lang="en-US" altLang="ja-JP" dirty="0" err="1"/>
              <a:t>jmeter.properties</a:t>
            </a:r>
            <a:r>
              <a:rPr kumimoji="1" lang="ja-JP" altLang="en-US" dirty="0"/>
              <a:t>の設定を変更してください。</a:t>
            </a:r>
          </a:p>
        </p:txBody>
      </p:sp>
    </p:spTree>
    <p:extLst>
      <p:ext uri="{BB962C8B-B14F-4D97-AF65-F5344CB8AC3E}">
        <p14:creationId xmlns:p14="http://schemas.microsoft.com/office/powerpoint/2010/main" val="2370730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0E215-B886-319E-7F7C-20A98A7192A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594722F-4FFF-519F-4150-05967BE71932}"/>
              </a:ext>
            </a:extLst>
          </p:cNvPr>
          <p:cNvSpPr>
            <a:spLocks noGrp="1"/>
          </p:cNvSpPr>
          <p:nvPr>
            <p:ph type="title"/>
          </p:nvPr>
        </p:nvSpPr>
        <p:spPr>
          <a:xfrm>
            <a:off x="466725" y="250030"/>
            <a:ext cx="9906000" cy="862013"/>
          </a:xfrm>
        </p:spPr>
        <p:txBody>
          <a:bodyPr/>
          <a:lstStyle/>
          <a:p>
            <a:pPr marL="0" indent="0">
              <a:buNone/>
            </a:pPr>
            <a:r>
              <a:rPr lang="en-US" altLang="ja-JP" sz="3200" dirty="0"/>
              <a:t>Kerberos</a:t>
            </a:r>
            <a:r>
              <a:rPr lang="ja-JP" altLang="en-US" sz="3200" dirty="0"/>
              <a:t>のトラブルシューティングについて</a:t>
            </a:r>
            <a:endParaRPr lang="en-US" altLang="ja-JP" sz="3200" dirty="0"/>
          </a:p>
        </p:txBody>
      </p:sp>
      <p:sp>
        <p:nvSpPr>
          <p:cNvPr id="3" name="コンテンツ プレースホルダー 2">
            <a:extLst>
              <a:ext uri="{FF2B5EF4-FFF2-40B4-BE49-F238E27FC236}">
                <a16:creationId xmlns:a16="http://schemas.microsoft.com/office/drawing/2014/main" id="{4AF6D212-5B5D-7E1C-0829-D0B9DCB6D1D2}"/>
              </a:ext>
            </a:extLst>
          </p:cNvPr>
          <p:cNvSpPr>
            <a:spLocks noGrp="1"/>
          </p:cNvSpPr>
          <p:nvPr>
            <p:ph idx="1"/>
          </p:nvPr>
        </p:nvSpPr>
        <p:spPr>
          <a:xfrm>
            <a:off x="838200" y="1112043"/>
            <a:ext cx="10515600" cy="5064920"/>
          </a:xfrm>
        </p:spPr>
        <p:txBody>
          <a:bodyPr>
            <a:normAutofit fontScale="55000" lnSpcReduction="20000"/>
          </a:bodyPr>
          <a:lstStyle/>
          <a:p>
            <a:pPr marL="0" indent="0">
              <a:buNone/>
            </a:pPr>
            <a:r>
              <a:rPr kumimoji="1" lang="ja-JP" altLang="en-US" dirty="0"/>
              <a:t>疎通失敗時の切り分けで疑うこと</a:t>
            </a:r>
            <a:endParaRPr kumimoji="1" lang="en-US" altLang="ja-JP" dirty="0"/>
          </a:p>
          <a:p>
            <a:pPr marL="0" indent="0">
              <a:buNone/>
            </a:pPr>
            <a:r>
              <a:rPr kumimoji="1" lang="ja-JP" altLang="en-US" dirty="0"/>
              <a:t>★環境系の原因</a:t>
            </a:r>
            <a:endParaRPr kumimoji="1" lang="en-US" altLang="ja-JP" dirty="0"/>
          </a:p>
          <a:p>
            <a:pPr lvl="1"/>
            <a:r>
              <a:rPr kumimoji="1" lang="ja-JP" altLang="en-US" dirty="0"/>
              <a:t>原因１：</a:t>
            </a:r>
            <a:r>
              <a:rPr kumimoji="1" lang="en-US" altLang="ja-JP" dirty="0"/>
              <a:t>Network</a:t>
            </a:r>
            <a:r>
              <a:rPr kumimoji="1" lang="ja-JP" altLang="en-US" dirty="0"/>
              <a:t>遮断（</a:t>
            </a:r>
            <a:r>
              <a:rPr kumimoji="1" lang="en-US" altLang="ja-JP" dirty="0"/>
              <a:t>NTP:</a:t>
            </a:r>
            <a:r>
              <a:rPr kumimoji="1" lang="ja-JP" altLang="en-US" dirty="0"/>
              <a:t>時刻同期含む）</a:t>
            </a:r>
            <a:endParaRPr kumimoji="1" lang="en-US" altLang="ja-JP" dirty="0"/>
          </a:p>
          <a:p>
            <a:pPr lvl="2"/>
            <a:r>
              <a:rPr kumimoji="1" lang="en-US" altLang="ja-JP" dirty="0"/>
              <a:t>JMeter</a:t>
            </a:r>
            <a:r>
              <a:rPr kumimoji="1" lang="ja-JP" altLang="en-US" dirty="0"/>
              <a:t>⇔業務アプリ</a:t>
            </a:r>
            <a:endParaRPr kumimoji="1" lang="en-US" altLang="ja-JP" dirty="0"/>
          </a:p>
          <a:p>
            <a:pPr lvl="2"/>
            <a:r>
              <a:rPr lang="en-US" altLang="ja-JP" dirty="0"/>
              <a:t>JMeter</a:t>
            </a:r>
            <a:r>
              <a:rPr lang="ja-JP" altLang="en-US" dirty="0"/>
              <a:t>⇔</a:t>
            </a:r>
            <a:r>
              <a:rPr lang="en-US" altLang="ja-JP" dirty="0"/>
              <a:t>Kerberos</a:t>
            </a:r>
            <a:r>
              <a:rPr lang="ja-JP" altLang="en-US" dirty="0"/>
              <a:t>サーバ（</a:t>
            </a:r>
            <a:r>
              <a:rPr lang="en-US" altLang="ja-JP" dirty="0"/>
              <a:t>Active Directory</a:t>
            </a:r>
            <a:r>
              <a:rPr lang="ja-JP" altLang="en-US" dirty="0"/>
              <a:t>など）</a:t>
            </a:r>
            <a:endParaRPr lang="en-US" altLang="ja-JP" dirty="0"/>
          </a:p>
          <a:p>
            <a:pPr lvl="3"/>
            <a:r>
              <a:rPr kumimoji="1" lang="en-US" altLang="ja-JP" dirty="0"/>
              <a:t>Port:88</a:t>
            </a:r>
          </a:p>
          <a:p>
            <a:pPr lvl="1"/>
            <a:r>
              <a:rPr lang="ja-JP" altLang="en-US" dirty="0"/>
              <a:t>原因２：認可側のエラー</a:t>
            </a:r>
            <a:endParaRPr lang="en-US" altLang="ja-JP" dirty="0"/>
          </a:p>
          <a:p>
            <a:pPr lvl="2"/>
            <a:r>
              <a:rPr kumimoji="1" lang="ja-JP" altLang="en-US" dirty="0"/>
              <a:t>認証と一緒に実装されている認可の仕組みなども適切に動いているか（</a:t>
            </a:r>
            <a:r>
              <a:rPr lang="en-US" altLang="ja-JP" dirty="0"/>
              <a:t>Kerberos</a:t>
            </a:r>
            <a:r>
              <a:rPr lang="ja-JP" altLang="en-US" dirty="0"/>
              <a:t>認証は無事通ったが、アプリ疎通ができない場合</a:t>
            </a:r>
            <a:r>
              <a:rPr kumimoji="1" lang="ja-JP" altLang="en-US" dirty="0"/>
              <a:t>）</a:t>
            </a:r>
            <a:endParaRPr kumimoji="1" lang="en-US" altLang="ja-JP" dirty="0"/>
          </a:p>
          <a:p>
            <a:pPr marL="0" indent="0">
              <a:buNone/>
            </a:pPr>
            <a:r>
              <a:rPr lang="ja-JP" altLang="en-US" dirty="0"/>
              <a:t>★</a:t>
            </a:r>
            <a:r>
              <a:rPr lang="en-US" altLang="ja-JP" dirty="0" err="1"/>
              <a:t>Jmeter</a:t>
            </a:r>
            <a:r>
              <a:rPr lang="ja-JP" altLang="en-US" dirty="0"/>
              <a:t>系の原因</a:t>
            </a:r>
            <a:endParaRPr kumimoji="1" lang="en-US" altLang="ja-JP" dirty="0"/>
          </a:p>
          <a:p>
            <a:pPr lvl="1"/>
            <a:r>
              <a:rPr kumimoji="1" lang="ja-JP" altLang="en-US" dirty="0"/>
              <a:t>原因</a:t>
            </a:r>
            <a:r>
              <a:rPr lang="ja-JP" altLang="en-US" dirty="0"/>
              <a:t>３</a:t>
            </a:r>
            <a:r>
              <a:rPr kumimoji="1" lang="ja-JP" altLang="en-US" dirty="0"/>
              <a:t>：</a:t>
            </a:r>
            <a:r>
              <a:rPr lang="ja-JP" altLang="en-US" dirty="0"/>
              <a:t>接続情報の登録ミス</a:t>
            </a:r>
            <a:endParaRPr lang="en-US" altLang="ja-JP" dirty="0"/>
          </a:p>
          <a:p>
            <a:pPr lvl="2"/>
            <a:r>
              <a:rPr kumimoji="1" lang="ja-JP" altLang="en-US" dirty="0"/>
              <a:t>ユーザやパスワード</a:t>
            </a:r>
            <a:r>
              <a:rPr kumimoji="1" lang="en-US" altLang="ja-JP" dirty="0"/>
              <a:t>/</a:t>
            </a:r>
            <a:r>
              <a:rPr kumimoji="1" lang="en-US" altLang="ja-JP" dirty="0" err="1"/>
              <a:t>keytab</a:t>
            </a:r>
            <a:r>
              <a:rPr kumimoji="1" lang="ja-JP" altLang="en-US" dirty="0"/>
              <a:t>ファイルが正しいか</a:t>
            </a:r>
            <a:endParaRPr kumimoji="1" lang="en-US" altLang="ja-JP" dirty="0"/>
          </a:p>
          <a:p>
            <a:pPr lvl="2"/>
            <a:r>
              <a:rPr kumimoji="1" lang="ja-JP" altLang="en-US" dirty="0"/>
              <a:t>上記が認証サーバに正しく登録されているか</a:t>
            </a:r>
            <a:endParaRPr kumimoji="1" lang="en-US" altLang="ja-JP" dirty="0"/>
          </a:p>
          <a:p>
            <a:pPr lvl="1"/>
            <a:r>
              <a:rPr lang="ja-JP" altLang="en-US" dirty="0"/>
              <a:t>原因４：</a:t>
            </a:r>
            <a:r>
              <a:rPr kumimoji="1" lang="en-US" altLang="ja-JP" dirty="0" err="1"/>
              <a:t>jaas.conf</a:t>
            </a:r>
            <a:r>
              <a:rPr kumimoji="1" lang="en-US" altLang="ja-JP" dirty="0"/>
              <a:t>/krb5.conf</a:t>
            </a:r>
            <a:r>
              <a:rPr kumimoji="1" lang="ja-JP" altLang="en-US" dirty="0"/>
              <a:t>の設定値ミス</a:t>
            </a:r>
            <a:endParaRPr kumimoji="1" lang="en-US" altLang="ja-JP" dirty="0"/>
          </a:p>
          <a:p>
            <a:pPr lvl="2"/>
            <a:r>
              <a:rPr kumimoji="1" lang="en-US" altLang="ja-JP" dirty="0"/>
              <a:t>SP</a:t>
            </a:r>
            <a:r>
              <a:rPr lang="en-US" altLang="ja-JP" dirty="0"/>
              <a:t>N/Realm</a:t>
            </a:r>
            <a:r>
              <a:rPr lang="ja-JP" altLang="en-US" dirty="0"/>
              <a:t>の変更（特に</a:t>
            </a:r>
            <a:r>
              <a:rPr lang="en-US" altLang="ja-JP" dirty="0"/>
              <a:t>CNAME</a:t>
            </a:r>
            <a:r>
              <a:rPr lang="ja-JP" altLang="en-US" dirty="0"/>
              <a:t>運用などが変わった場合）</a:t>
            </a:r>
            <a:endParaRPr lang="en-US" altLang="ja-JP" dirty="0"/>
          </a:p>
          <a:p>
            <a:pPr lvl="2"/>
            <a:r>
              <a:rPr lang="ja-JP" altLang="en-US" dirty="0"/>
              <a:t>アプリケーションモジュール名</a:t>
            </a:r>
            <a:endParaRPr kumimoji="1" lang="en-US" altLang="ja-JP" dirty="0"/>
          </a:p>
          <a:p>
            <a:pPr lvl="1"/>
            <a:r>
              <a:rPr kumimoji="1" lang="ja-JP" altLang="en-US" dirty="0"/>
              <a:t>原因５：</a:t>
            </a:r>
            <a:r>
              <a:rPr lang="en-US" altLang="ja-JP" dirty="0"/>
              <a:t>input</a:t>
            </a:r>
            <a:r>
              <a:rPr lang="ja-JP" altLang="en-US" dirty="0"/>
              <a:t>ファイルの読み込み失敗</a:t>
            </a:r>
            <a:endParaRPr kumimoji="1" lang="en-US" altLang="ja-JP" dirty="0"/>
          </a:p>
          <a:p>
            <a:pPr lvl="2"/>
            <a:r>
              <a:rPr lang="en-US" altLang="ja-JP" dirty="0" err="1"/>
              <a:t>ControllerNode</a:t>
            </a:r>
            <a:r>
              <a:rPr lang="ja-JP" altLang="en-US" dirty="0"/>
              <a:t>であれば</a:t>
            </a:r>
            <a:r>
              <a:rPr lang="en-US" altLang="ja-JP" dirty="0"/>
              <a:t>bin</a:t>
            </a:r>
            <a:r>
              <a:rPr lang="ja-JP" altLang="en-US" dirty="0"/>
              <a:t>配下に配置する</a:t>
            </a:r>
            <a:endParaRPr lang="en-US" altLang="ja-JP" dirty="0"/>
          </a:p>
          <a:p>
            <a:pPr lvl="2"/>
            <a:r>
              <a:rPr lang="en-US" altLang="ja-JP" dirty="0"/>
              <a:t>Linux</a:t>
            </a:r>
            <a:r>
              <a:rPr lang="ja-JP" altLang="en-US" dirty="0"/>
              <a:t>であれば</a:t>
            </a:r>
            <a:r>
              <a:rPr lang="en-US" altLang="ja-JP" dirty="0"/>
              <a:t>JMeter</a:t>
            </a:r>
            <a:r>
              <a:rPr lang="ja-JP" altLang="en-US" dirty="0"/>
              <a:t>起動オプションに</a:t>
            </a:r>
            <a:r>
              <a:rPr kumimoji="1" lang="en-US" altLang="ja-JP" dirty="0" err="1"/>
              <a:t>jaas.conf</a:t>
            </a:r>
            <a:r>
              <a:rPr kumimoji="1" lang="en-US" altLang="ja-JP" dirty="0"/>
              <a:t>/krb5.conf</a:t>
            </a:r>
            <a:r>
              <a:rPr kumimoji="1" lang="ja-JP" altLang="en-US" dirty="0"/>
              <a:t>を追加する</a:t>
            </a:r>
            <a:endParaRPr kumimoji="1" lang="en-US" altLang="ja-JP" dirty="0"/>
          </a:p>
          <a:p>
            <a:pPr lvl="3"/>
            <a:r>
              <a:rPr lang="ja-JP" altLang="en-US" dirty="0"/>
              <a:t>プロセスの起動オプションなどで正しいファイルを読み込んでいることを確認</a:t>
            </a:r>
            <a:endParaRPr lang="en-US" altLang="ja-JP" dirty="0"/>
          </a:p>
          <a:p>
            <a:pPr lvl="1"/>
            <a:r>
              <a:rPr kumimoji="1" lang="ja-JP" altLang="en-US" dirty="0"/>
              <a:t>原因６</a:t>
            </a:r>
            <a:r>
              <a:rPr lang="ja-JP" altLang="en-US" dirty="0"/>
              <a:t>：</a:t>
            </a:r>
            <a:r>
              <a:rPr lang="en-US" altLang="ja-JP" dirty="0"/>
              <a:t>JMeter</a:t>
            </a:r>
            <a:r>
              <a:rPr lang="ja-JP" altLang="en-US" dirty="0"/>
              <a:t>の</a:t>
            </a:r>
            <a:r>
              <a:rPr lang="en-US" altLang="ja-JP" dirty="0"/>
              <a:t>Java</a:t>
            </a:r>
            <a:r>
              <a:rPr lang="ja-JP" altLang="en-US" dirty="0"/>
              <a:t>環境（</a:t>
            </a:r>
            <a:r>
              <a:rPr lang="en-US" altLang="ja-JP" dirty="0" err="1"/>
              <a:t>ClientModule</a:t>
            </a:r>
            <a:r>
              <a:rPr lang="ja-JP" altLang="en-US" dirty="0"/>
              <a:t>不足）などの不備</a:t>
            </a:r>
            <a:endParaRPr lang="en-US" altLang="ja-JP" dirty="0"/>
          </a:p>
          <a:p>
            <a:pPr lvl="2"/>
            <a:r>
              <a:rPr lang="en-US" altLang="ja-JP" dirty="0"/>
              <a:t>krb5-libs</a:t>
            </a:r>
            <a:r>
              <a:rPr lang="ja-JP" altLang="en-US" dirty="0"/>
              <a:t>があればよいはず</a:t>
            </a:r>
            <a:endParaRPr lang="en-US" altLang="ja-JP" dirty="0"/>
          </a:p>
          <a:p>
            <a:pPr lvl="2"/>
            <a:r>
              <a:rPr lang="en-US" altLang="ja-JP" dirty="0"/>
              <a:t>krb5-workstation</a:t>
            </a:r>
            <a:r>
              <a:rPr lang="ja-JP" altLang="en-US" dirty="0"/>
              <a:t>を入れておくのもおすすめ</a:t>
            </a:r>
            <a:endParaRPr lang="en-US" altLang="ja-JP" dirty="0"/>
          </a:p>
          <a:p>
            <a:endParaRPr lang="en-US" altLang="ja-JP" dirty="0"/>
          </a:p>
          <a:p>
            <a:r>
              <a:rPr lang="ja-JP" altLang="en-US" dirty="0"/>
              <a:t>あ</a:t>
            </a:r>
            <a:endParaRPr kumimoji="1" lang="ja-JP" altLang="en-US" dirty="0"/>
          </a:p>
        </p:txBody>
      </p:sp>
    </p:spTree>
    <p:extLst>
      <p:ext uri="{BB962C8B-B14F-4D97-AF65-F5344CB8AC3E}">
        <p14:creationId xmlns:p14="http://schemas.microsoft.com/office/powerpoint/2010/main" val="1207303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56E22-9BDC-2503-CC03-459F84A7070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39E4BB-80C3-850B-B8A8-4298CF89E48A}"/>
              </a:ext>
            </a:extLst>
          </p:cNvPr>
          <p:cNvSpPr>
            <a:spLocks noGrp="1"/>
          </p:cNvSpPr>
          <p:nvPr>
            <p:ph type="title"/>
          </p:nvPr>
        </p:nvSpPr>
        <p:spPr>
          <a:xfrm>
            <a:off x="466725" y="250030"/>
            <a:ext cx="9906000" cy="862013"/>
          </a:xfrm>
        </p:spPr>
        <p:txBody>
          <a:bodyPr/>
          <a:lstStyle/>
          <a:p>
            <a:pPr marL="0" indent="0">
              <a:buNone/>
            </a:pPr>
            <a:r>
              <a:rPr lang="en-US" altLang="ja-JP" sz="3200" dirty="0"/>
              <a:t>Kerberos</a:t>
            </a:r>
            <a:r>
              <a:rPr lang="ja-JP" altLang="en-US" sz="3200" dirty="0"/>
              <a:t>のトラブルシューティングについて</a:t>
            </a:r>
            <a:endParaRPr lang="en-US" altLang="ja-JP" sz="3200" dirty="0"/>
          </a:p>
        </p:txBody>
      </p:sp>
      <p:sp>
        <p:nvSpPr>
          <p:cNvPr id="3" name="コンテンツ プレースホルダー 2">
            <a:extLst>
              <a:ext uri="{FF2B5EF4-FFF2-40B4-BE49-F238E27FC236}">
                <a16:creationId xmlns:a16="http://schemas.microsoft.com/office/drawing/2014/main" id="{E9D5763F-BD21-F52F-9BA3-2F6B73A29C65}"/>
              </a:ext>
            </a:extLst>
          </p:cNvPr>
          <p:cNvSpPr>
            <a:spLocks noGrp="1"/>
          </p:cNvSpPr>
          <p:nvPr>
            <p:ph idx="1"/>
          </p:nvPr>
        </p:nvSpPr>
        <p:spPr>
          <a:xfrm>
            <a:off x="838200" y="1112043"/>
            <a:ext cx="10515600" cy="5064920"/>
          </a:xfrm>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ja-JP" altLang="en-US" sz="1500" dirty="0">
                <a:solidFill>
                  <a:prstClr val="black"/>
                </a:solidFill>
                <a:latin typeface="游ゴシック" panose="02110004020202020204"/>
                <a:ea typeface="游ゴシック" panose="020B0400000000000000" pitchFamily="50" charset="-128"/>
              </a:rPr>
              <a:t>疎通失敗時の切り分け方法</a:t>
            </a:r>
            <a:endParaRPr lang="en-US" altLang="ja-JP" sz="1500" dirty="0">
              <a:solidFill>
                <a:prstClr val="black"/>
              </a:solidFill>
              <a:latin typeface="游ゴシック" panose="02110004020202020204"/>
              <a:ea typeface="游ゴシック" panose="020B0400000000000000" pitchFamily="50" charset="-128"/>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sz="15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Kerberos</a:t>
            </a:r>
            <a:r>
              <a:rPr kumimoji="1" lang="ja-JP" altLang="en-US" sz="15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認証でエラーとなると、切り分け箇所がく、ログなどから原因調査が難しい場合があります。</a:t>
            </a:r>
            <a:endParaRPr kumimoji="1" lang="en-US" altLang="ja-JP" sz="15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ja-JP" altLang="en-US" sz="1500" dirty="0">
                <a:solidFill>
                  <a:prstClr val="black"/>
                </a:solidFill>
                <a:latin typeface="游ゴシック" panose="02110004020202020204"/>
                <a:ea typeface="游ゴシック" panose="020B0400000000000000" pitchFamily="50" charset="-128"/>
              </a:rPr>
              <a:t>調査が難航しないために切り分け方法をいくつか用意しておきましょう。</a:t>
            </a:r>
            <a:endParaRPr lang="en-US" altLang="ja-JP" sz="1500" dirty="0">
              <a:solidFill>
                <a:prstClr val="black"/>
              </a:solidFill>
              <a:latin typeface="游ゴシック" panose="02110004020202020204"/>
              <a:ea typeface="游ゴシック" panose="020B0400000000000000" pitchFamily="50" charset="-128"/>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1" lang="en-US" altLang="ja-JP" sz="13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krb5-workstation</a:t>
            </a:r>
            <a:r>
              <a:rPr kumimoji="1" lang="ja-JP" altLang="en-US" sz="13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で</a:t>
            </a:r>
            <a:r>
              <a:rPr kumimoji="1" lang="en-US" altLang="ja-JP" sz="13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kinit</a:t>
            </a:r>
            <a:r>
              <a:rPr kumimoji="1" lang="ja-JP" altLang="en-US" sz="13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コマンドによる切り分け</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1" lang="en-US" altLang="ja-JP" sz="11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Kerberos</a:t>
            </a:r>
            <a:r>
              <a:rPr kumimoji="1" lang="ja-JP" altLang="en-US" sz="11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認証のクライアント。</a:t>
            </a:r>
            <a:r>
              <a:rPr kumimoji="1" lang="en-US" altLang="ja-JP" sz="11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Kinit</a:t>
            </a:r>
            <a:r>
              <a:rPr kumimoji="1" lang="ja-JP" altLang="en-US" sz="11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というコマンドで簡単に認証を試すことができるので、環境系なのか</a:t>
            </a:r>
            <a:r>
              <a:rPr kumimoji="1" lang="en-US" altLang="ja-JP" sz="11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/JMeter</a:t>
            </a:r>
            <a:r>
              <a:rPr kumimoji="1" lang="ja-JP" altLang="en-US" sz="11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側なのか、接続情報やキャッシュなど切り分けにとても便利です。</a:t>
            </a:r>
            <a:r>
              <a:rPr kumimoji="1" lang="en-US" altLang="ja-JP" sz="11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JMeter</a:t>
            </a:r>
            <a:r>
              <a:rPr kumimoji="1" lang="ja-JP" altLang="en-US" sz="11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インストール時にはぜひインストールしましょう。</a:t>
            </a:r>
            <a:endParaRPr kumimoji="1" lang="en-US" altLang="ja-JP" sz="11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lvl="1">
              <a:defRPr/>
            </a:pPr>
            <a:r>
              <a:rPr kumimoji="1" lang="en-US" altLang="ja-JP" sz="15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Java</a:t>
            </a:r>
            <a:r>
              <a:rPr kumimoji="1" lang="ja-JP" altLang="en-US" sz="15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コードを書いて、</a:t>
            </a:r>
            <a:r>
              <a:rPr kumimoji="1" lang="en-US" altLang="ja-JP" sz="15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Java</a:t>
            </a:r>
            <a:r>
              <a:rPr kumimoji="1" lang="ja-JP" altLang="en-US" sz="15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から</a:t>
            </a:r>
            <a:r>
              <a:rPr kumimoji="1" lang="en-US" altLang="ja-JP" sz="15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Kerberos</a:t>
            </a:r>
            <a:r>
              <a:rPr kumimoji="1" lang="ja-JP" altLang="en-US" sz="15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認証を実行してみる</a:t>
            </a:r>
          </a:p>
        </p:txBody>
      </p:sp>
    </p:spTree>
    <p:extLst>
      <p:ext uri="{BB962C8B-B14F-4D97-AF65-F5344CB8AC3E}">
        <p14:creationId xmlns:p14="http://schemas.microsoft.com/office/powerpoint/2010/main" val="2464934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F09D3-5DC9-69F5-9B1E-3AD90C2D9E8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3E64BA1-B693-2EAC-0048-9822B3DD6DCB}"/>
              </a:ext>
            </a:extLst>
          </p:cNvPr>
          <p:cNvSpPr>
            <a:spLocks noGrp="1"/>
          </p:cNvSpPr>
          <p:nvPr>
            <p:ph type="title"/>
          </p:nvPr>
        </p:nvSpPr>
        <p:spPr>
          <a:xfrm>
            <a:off x="466725" y="250030"/>
            <a:ext cx="9906000" cy="862013"/>
          </a:xfrm>
        </p:spPr>
        <p:txBody>
          <a:bodyPr/>
          <a:lstStyle/>
          <a:p>
            <a:pPr marL="0" indent="0">
              <a:buNone/>
            </a:pPr>
            <a:r>
              <a:rPr lang="en-US" altLang="ja-JP" sz="3200" dirty="0"/>
              <a:t>Kerberos</a:t>
            </a:r>
            <a:r>
              <a:rPr lang="ja-JP" altLang="en-US" sz="3200" dirty="0"/>
              <a:t>認証実践</a:t>
            </a:r>
            <a:endParaRPr lang="en-US" altLang="ja-JP" sz="3200" dirty="0"/>
          </a:p>
        </p:txBody>
      </p:sp>
      <p:sp>
        <p:nvSpPr>
          <p:cNvPr id="3" name="コンテンツ プレースホルダー 2">
            <a:extLst>
              <a:ext uri="{FF2B5EF4-FFF2-40B4-BE49-F238E27FC236}">
                <a16:creationId xmlns:a16="http://schemas.microsoft.com/office/drawing/2014/main" id="{71B84551-3CD5-BE96-D166-B92BFDB58FA0}"/>
              </a:ext>
            </a:extLst>
          </p:cNvPr>
          <p:cNvSpPr>
            <a:spLocks noGrp="1"/>
          </p:cNvSpPr>
          <p:nvPr>
            <p:ph idx="1"/>
          </p:nvPr>
        </p:nvSpPr>
        <p:spPr>
          <a:xfrm>
            <a:off x="838200" y="1112043"/>
            <a:ext cx="10515600" cy="5064920"/>
          </a:xfrm>
        </p:spPr>
        <p:txBody>
          <a:bodyPr>
            <a:normAutofit/>
          </a:bodyPr>
          <a:lstStyle/>
          <a:p>
            <a:pPr marL="0" indent="0">
              <a:buNone/>
            </a:pPr>
            <a:r>
              <a:rPr kumimoji="1" lang="ja-JP" altLang="en-US" dirty="0"/>
              <a:t>実際認証サーバを触ってみるのが一番です。</a:t>
            </a:r>
            <a:endParaRPr kumimoji="1" lang="en-US" altLang="ja-JP" dirty="0"/>
          </a:p>
          <a:p>
            <a:pPr marL="0" indent="0">
              <a:buNone/>
            </a:pPr>
            <a:r>
              <a:rPr lang="ja-JP" altLang="en-US" dirty="0"/>
              <a:t>と言いつつ、認証サーバ気軽に触れる現場はあるんでしょうか？</a:t>
            </a:r>
            <a:endParaRPr kumimoji="1" lang="en-US" altLang="ja-JP" dirty="0"/>
          </a:p>
          <a:p>
            <a:pPr marL="0" indent="0">
              <a:buNone/>
            </a:pPr>
            <a:r>
              <a:rPr kumimoji="1" lang="ja-JP" altLang="en-US" dirty="0"/>
              <a:t>ということで、テスト環境などの</a:t>
            </a:r>
            <a:r>
              <a:rPr kumimoji="1" lang="en-US" altLang="ja-JP" dirty="0"/>
              <a:t>Linux</a:t>
            </a:r>
            <a:r>
              <a:rPr kumimoji="1" lang="ja-JP" altLang="en-US" dirty="0"/>
              <a:t>に</a:t>
            </a:r>
            <a:r>
              <a:rPr kumimoji="1" lang="en-US" altLang="ja-JP" dirty="0"/>
              <a:t>Kerberos</a:t>
            </a:r>
            <a:r>
              <a:rPr lang="ja-JP" altLang="en-US" dirty="0"/>
              <a:t>サーバを構築してみるとよいかも！</a:t>
            </a:r>
            <a:endParaRPr lang="en-US" altLang="ja-JP" dirty="0"/>
          </a:p>
          <a:p>
            <a:pPr marL="0" indent="0">
              <a:buNone/>
            </a:pPr>
            <a:endParaRPr kumimoji="1" lang="en-US" altLang="ja-JP" dirty="0"/>
          </a:p>
          <a:p>
            <a:pPr marL="0" indent="0">
              <a:buNone/>
            </a:pPr>
            <a:r>
              <a:rPr kumimoji="1" lang="en-US" altLang="ja-JP" dirty="0" err="1"/>
              <a:t>JPetstore</a:t>
            </a:r>
            <a:r>
              <a:rPr kumimoji="1" lang="ja-JP" altLang="en-US" dirty="0"/>
              <a:t>に</a:t>
            </a:r>
            <a:r>
              <a:rPr lang="en-US" altLang="ja-JP" dirty="0"/>
              <a:t>Kerberos</a:t>
            </a:r>
            <a:r>
              <a:rPr lang="ja-JP" altLang="en-US" dirty="0"/>
              <a:t>認証を実装してみましょう。</a:t>
            </a:r>
            <a:endParaRPr lang="en-US" altLang="ja-JP" dirty="0"/>
          </a:p>
          <a:p>
            <a:pPr marL="0" indent="0">
              <a:buNone/>
            </a:pPr>
            <a:endParaRPr kumimoji="1" lang="en-US" altLang="ja-JP" dirty="0"/>
          </a:p>
          <a:p>
            <a:pPr marL="0" indent="0">
              <a:buNone/>
            </a:pPr>
            <a:endParaRPr kumimoji="1" lang="ja-JP" altLang="en-US" dirty="0"/>
          </a:p>
        </p:txBody>
      </p:sp>
    </p:spTree>
    <p:extLst>
      <p:ext uri="{BB962C8B-B14F-4D97-AF65-F5344CB8AC3E}">
        <p14:creationId xmlns:p14="http://schemas.microsoft.com/office/powerpoint/2010/main" val="2358278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C6115-0B63-D0C6-1D0C-CDCD54ECEB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8BE5635-477C-D517-4A48-39648E0F1634}"/>
              </a:ext>
            </a:extLst>
          </p:cNvPr>
          <p:cNvSpPr>
            <a:spLocks noGrp="1"/>
          </p:cNvSpPr>
          <p:nvPr>
            <p:ph type="title"/>
          </p:nvPr>
        </p:nvSpPr>
        <p:spPr>
          <a:xfrm>
            <a:off x="466725" y="250030"/>
            <a:ext cx="9906000" cy="862013"/>
          </a:xfrm>
        </p:spPr>
        <p:txBody>
          <a:bodyPr/>
          <a:lstStyle/>
          <a:p>
            <a:pPr marL="0" indent="0">
              <a:buNone/>
            </a:pPr>
            <a:r>
              <a:rPr lang="en-US" altLang="ja-JP" sz="3200" dirty="0"/>
              <a:t>Kerberos</a:t>
            </a:r>
            <a:r>
              <a:rPr lang="ja-JP" altLang="en-US" sz="3200" dirty="0"/>
              <a:t>認証実践</a:t>
            </a:r>
            <a:endParaRPr lang="en-US" altLang="ja-JP" sz="3200" dirty="0"/>
          </a:p>
        </p:txBody>
      </p:sp>
      <p:sp>
        <p:nvSpPr>
          <p:cNvPr id="3" name="コンテンツ プレースホルダー 2">
            <a:extLst>
              <a:ext uri="{FF2B5EF4-FFF2-40B4-BE49-F238E27FC236}">
                <a16:creationId xmlns:a16="http://schemas.microsoft.com/office/drawing/2014/main" id="{55516B02-BEC9-7C1C-4F1E-10220FAC7114}"/>
              </a:ext>
            </a:extLst>
          </p:cNvPr>
          <p:cNvSpPr>
            <a:spLocks noGrp="1"/>
          </p:cNvSpPr>
          <p:nvPr>
            <p:ph idx="1"/>
          </p:nvPr>
        </p:nvSpPr>
        <p:spPr>
          <a:xfrm>
            <a:off x="838200" y="1112043"/>
            <a:ext cx="10515600" cy="5064920"/>
          </a:xfrm>
        </p:spPr>
        <p:txBody>
          <a:bodyPr>
            <a:normAutofit/>
          </a:bodyPr>
          <a:lstStyle/>
          <a:p>
            <a:pPr marL="0" indent="0">
              <a:buNone/>
            </a:pPr>
            <a:r>
              <a:rPr kumimoji="1" lang="ja-JP" altLang="en-US" dirty="0"/>
              <a:t>インストール手順</a:t>
            </a:r>
          </a:p>
        </p:txBody>
      </p:sp>
    </p:spTree>
    <p:extLst>
      <p:ext uri="{BB962C8B-B14F-4D97-AF65-F5344CB8AC3E}">
        <p14:creationId xmlns:p14="http://schemas.microsoft.com/office/powerpoint/2010/main" val="472411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394FB-5823-8BB5-FF2D-CFC98718F09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73EA04-3E3C-1D92-4F05-C32C3775B6E1}"/>
              </a:ext>
            </a:extLst>
          </p:cNvPr>
          <p:cNvSpPr>
            <a:spLocks noGrp="1"/>
          </p:cNvSpPr>
          <p:nvPr>
            <p:ph type="title"/>
          </p:nvPr>
        </p:nvSpPr>
        <p:spPr>
          <a:xfrm>
            <a:off x="466725" y="250030"/>
            <a:ext cx="9906000" cy="862013"/>
          </a:xfrm>
        </p:spPr>
        <p:txBody>
          <a:bodyPr/>
          <a:lstStyle/>
          <a:p>
            <a:pPr marL="0" indent="0">
              <a:buNone/>
            </a:pPr>
            <a:r>
              <a:rPr lang="en-US" altLang="ja-JP" sz="3200" dirty="0"/>
              <a:t>Kerberos</a:t>
            </a:r>
            <a:r>
              <a:rPr lang="ja-JP" altLang="en-US" sz="3200" dirty="0"/>
              <a:t>認証実践</a:t>
            </a:r>
            <a:endParaRPr lang="en-US" altLang="ja-JP" sz="3200" dirty="0"/>
          </a:p>
        </p:txBody>
      </p:sp>
      <p:sp>
        <p:nvSpPr>
          <p:cNvPr id="3" name="コンテンツ プレースホルダー 2">
            <a:extLst>
              <a:ext uri="{FF2B5EF4-FFF2-40B4-BE49-F238E27FC236}">
                <a16:creationId xmlns:a16="http://schemas.microsoft.com/office/drawing/2014/main" id="{810323DF-08A3-756C-CA59-5BD687D8F022}"/>
              </a:ext>
            </a:extLst>
          </p:cNvPr>
          <p:cNvSpPr>
            <a:spLocks noGrp="1"/>
          </p:cNvSpPr>
          <p:nvPr>
            <p:ph idx="1"/>
          </p:nvPr>
        </p:nvSpPr>
        <p:spPr>
          <a:xfrm>
            <a:off x="838200" y="1112043"/>
            <a:ext cx="10515600" cy="5064920"/>
          </a:xfrm>
        </p:spPr>
        <p:txBody>
          <a:bodyPr>
            <a:normAutofit/>
          </a:bodyPr>
          <a:lstStyle/>
          <a:p>
            <a:pPr marL="0" indent="0">
              <a:buNone/>
            </a:pPr>
            <a:r>
              <a:rPr kumimoji="1" lang="ja-JP" altLang="en-US" dirty="0"/>
              <a:t>インストール手順</a:t>
            </a:r>
            <a:endParaRPr kumimoji="1" lang="en-US" altLang="ja-JP" dirty="0"/>
          </a:p>
        </p:txBody>
      </p:sp>
    </p:spTree>
    <p:extLst>
      <p:ext uri="{BB962C8B-B14F-4D97-AF65-F5344CB8AC3E}">
        <p14:creationId xmlns:p14="http://schemas.microsoft.com/office/powerpoint/2010/main" val="4097559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F8E3B-FD49-A9BE-A754-862EF353672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535D3E-270F-93DF-E37A-ADA33B6A66F6}"/>
              </a:ext>
            </a:extLst>
          </p:cNvPr>
          <p:cNvSpPr>
            <a:spLocks noGrp="1"/>
          </p:cNvSpPr>
          <p:nvPr>
            <p:ph type="title"/>
          </p:nvPr>
        </p:nvSpPr>
        <p:spPr>
          <a:xfrm>
            <a:off x="466725" y="250030"/>
            <a:ext cx="9906000" cy="862013"/>
          </a:xfrm>
        </p:spPr>
        <p:txBody>
          <a:bodyPr/>
          <a:lstStyle/>
          <a:p>
            <a:pPr marL="0" indent="0">
              <a:buNone/>
            </a:pPr>
            <a:r>
              <a:rPr lang="en-US" altLang="ja-JP" sz="3200" dirty="0"/>
              <a:t>Kerberos</a:t>
            </a:r>
            <a:r>
              <a:rPr lang="ja-JP" altLang="en-US" sz="3200" dirty="0"/>
              <a:t>認証実践</a:t>
            </a:r>
            <a:endParaRPr lang="en-US" altLang="ja-JP" sz="3200" dirty="0"/>
          </a:p>
        </p:txBody>
      </p:sp>
      <p:sp>
        <p:nvSpPr>
          <p:cNvPr id="3" name="コンテンツ プレースホルダー 2">
            <a:extLst>
              <a:ext uri="{FF2B5EF4-FFF2-40B4-BE49-F238E27FC236}">
                <a16:creationId xmlns:a16="http://schemas.microsoft.com/office/drawing/2014/main" id="{6152C4DA-CC90-19E4-9B09-F2FC3A1990AE}"/>
              </a:ext>
            </a:extLst>
          </p:cNvPr>
          <p:cNvSpPr>
            <a:spLocks noGrp="1"/>
          </p:cNvSpPr>
          <p:nvPr>
            <p:ph idx="1"/>
          </p:nvPr>
        </p:nvSpPr>
        <p:spPr>
          <a:xfrm>
            <a:off x="838200" y="1112043"/>
            <a:ext cx="10515600" cy="5064920"/>
          </a:xfrm>
        </p:spPr>
        <p:txBody>
          <a:bodyPr>
            <a:normAutofit/>
          </a:bodyPr>
          <a:lstStyle/>
          <a:p>
            <a:pPr marL="0" indent="0">
              <a:buNone/>
            </a:pPr>
            <a:r>
              <a:rPr lang="ja-JP" altLang="en-US"/>
              <a:t>認証</a:t>
            </a:r>
            <a:r>
              <a:rPr lang="ja-JP" altLang="en-US" dirty="0"/>
              <a:t>イメージ</a:t>
            </a:r>
            <a:r>
              <a:rPr lang="en-US" altLang="ja-JP" dirty="0"/>
              <a:t>(Authorization</a:t>
            </a:r>
            <a:r>
              <a:rPr lang="ja-JP" altLang="en-US" dirty="0"/>
              <a:t>ヘッダー</a:t>
            </a:r>
            <a:r>
              <a:rPr lang="en-US" altLang="ja-JP" dirty="0"/>
              <a:t>)</a:t>
            </a:r>
            <a:r>
              <a:rPr lang="ja-JP" altLang="en-US" dirty="0"/>
              <a:t>と通信内容のキャプチャについて（</a:t>
            </a:r>
            <a:r>
              <a:rPr lang="en-US" altLang="ja-JP" dirty="0"/>
              <a:t>Wireshark</a:t>
            </a:r>
            <a:r>
              <a:rPr lang="ja-JP" altLang="en-US" dirty="0"/>
              <a:t>）</a:t>
            </a:r>
            <a:endParaRPr lang="en-US" altLang="ja-JP" dirty="0"/>
          </a:p>
          <a:p>
            <a:pPr marL="0" indent="0">
              <a:buNone/>
            </a:pPr>
            <a:endParaRPr kumimoji="1" lang="ja-JP" altLang="en-US" dirty="0"/>
          </a:p>
        </p:txBody>
      </p:sp>
    </p:spTree>
    <p:extLst>
      <p:ext uri="{BB962C8B-B14F-4D97-AF65-F5344CB8AC3E}">
        <p14:creationId xmlns:p14="http://schemas.microsoft.com/office/powerpoint/2010/main" val="377765620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TotalTime>
  <Words>1541</Words>
  <Application>Microsoft Office PowerPoint</Application>
  <PresentationFormat>ワイド画面</PresentationFormat>
  <Paragraphs>159</Paragraphs>
  <Slides>23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23</vt:i4>
      </vt:variant>
    </vt:vector>
  </HeadingPairs>
  <TitlesOfParts>
    <vt:vector size="27" baseType="lpstr">
      <vt:lpstr>游ゴシック</vt:lpstr>
      <vt:lpstr>游ゴシック Light</vt:lpstr>
      <vt:lpstr>Arial</vt:lpstr>
      <vt:lpstr>Office テーマ</vt:lpstr>
      <vt:lpstr>★JMeter –分散負荷テスト （Distributed Testing）</vt:lpstr>
      <vt:lpstr>目次</vt:lpstr>
      <vt:lpstr>分散負荷テスト超概要</vt:lpstr>
      <vt:lpstr>分散負荷テスト超概要</vt:lpstr>
      <vt:lpstr>RMI超概要</vt:lpstr>
      <vt:lpstr>RMI設定周り</vt:lpstr>
      <vt:lpstr>JMeter環境構築</vt:lpstr>
      <vt:lpstr>統計レポートをマスターに送れない</vt:lpstr>
      <vt:lpstr>★Kerberos認証とJMeter</vt:lpstr>
      <vt:lpstr>目次</vt:lpstr>
      <vt:lpstr>認証認可の基礎知識</vt:lpstr>
      <vt:lpstr>認証の種類（パスワード認証/OAuth/SAML/Kerberos）</vt:lpstr>
      <vt:lpstr>Kerberos認証の基本</vt:lpstr>
      <vt:lpstr>Kerberos認証実践</vt:lpstr>
      <vt:lpstr>JMeter疎通が通らないときのトラブルシューティングTips</vt:lpstr>
      <vt:lpstr>JMeter疎通が通らないときのトラブルシューティングTips ~ Network ~</vt:lpstr>
      <vt:lpstr>Kerberos認証</vt:lpstr>
      <vt:lpstr>Kerberosのトラブルシューティングについて</vt:lpstr>
      <vt:lpstr>Kerberosのトラブルシューティングについて</vt:lpstr>
      <vt:lpstr>Kerberos認証実践</vt:lpstr>
      <vt:lpstr>Kerberos認証実践</vt:lpstr>
      <vt:lpstr>Kerberos認証実践</vt:lpstr>
      <vt:lpstr>Kerberos認証実践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翔太 中山</dc:creator>
  <cp:lastModifiedBy>翔太 中山</cp:lastModifiedBy>
  <cp:revision>2</cp:revision>
  <dcterms:created xsi:type="dcterms:W3CDTF">2024-11-23T10:30:23Z</dcterms:created>
  <dcterms:modified xsi:type="dcterms:W3CDTF">2025-01-05T15:26:26Z</dcterms:modified>
</cp:coreProperties>
</file>